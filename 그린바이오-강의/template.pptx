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 id="2147483683"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6858000" cy="9144000"/>
  <p:embeddedFontLst>
    <p:embeddedFont>
      <p:font typeface="Bebas Neue" panose="020B0606020202050201" pitchFamily="34" charset="0"/>
      <p:regular r:id="rId15"/>
    </p:embeddedFont>
    <p:embeddedFont>
      <p:font typeface="Maven Pro" pitchFamily="2" charset="0"/>
      <p:regular r:id="rId16"/>
      <p:bold r:id="rId17"/>
    </p:embeddedFont>
    <p:embeddedFont>
      <p:font typeface="Maven Pro Medium" pitchFamily="2" charset="0"/>
      <p:regular r:id="rId18"/>
      <p:bold r:id="rId19"/>
    </p:embeddedFont>
    <p:embeddedFont>
      <p:font typeface="Nunito Light" pitchFamily="2" charset="0"/>
      <p:regular r:id="rId20"/>
      <p:italic r:id="rId21"/>
    </p:embeddedFont>
    <p:embeddedFont>
      <p:font typeface="Open Sans Light" panose="020B0306030504020204" pitchFamily="34" charset="0"/>
      <p:regular r:id="rId22"/>
      <p:italic r:id="rId23"/>
    </p:embeddedFont>
    <p:embeddedFont>
      <p:font typeface="Proxima Nova" panose="020B0600000101010101" charset="0"/>
      <p:regular r:id="rId24"/>
      <p:bold r:id="rId25"/>
      <p:italic r:id="rId26"/>
      <p:boldItalic r:id="rId27"/>
    </p:embeddedFont>
    <p:embeddedFont>
      <p:font typeface="PT Sans" panose="020B050302020302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D378CD-5AE7-48E6-9EA4-E3FFF39D8B0F}">
  <a:tblStyle styleId="{A5D378CD-5AE7-48E6-9EA4-E3FFF39D8B0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819F5D7-0223-416D-A50D-69D3FA5BECC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font" Target="fonts/font14.fntdata"/><Relationship Id="rId29" Type="http://schemas.openxmlformats.org/officeDocument/2006/relationships/font" Target="fonts/font15.fntdata"/><Relationship Id="rId30" Type="http://schemas.openxmlformats.org/officeDocument/2006/relationships/font" Target="fonts/font16.fntdata"/><Relationship Id="rId31" Type="http://schemas.openxmlformats.org/officeDocument/2006/relationships/font" Target="fonts/font17.fntdata"/><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안녕하세요. 그린바이오 전자상거래개론 오 주차 첫 번째 시간입니다. 반갑습니다.</a:t>
            </a:r>
          </a:p>
          <a:p>
            <a:endParaRPr/>
          </a:p>
          <a:p>
            <a:r>
              <a:t>지난주에는 그린바이오 상품의 이해 첫 번째 편으로 신선식품과 가공식품을 다뤘습니다. 신선식품은 구매 동기는 강하지만 유통이 어렵고, 가공식품은 유통은 쉽지만 차별화가 어렵다는 것을 확인했습니다. 그리고 사 주차 삼 차시에서는 콜드체인과 이력관리라는 기술이 신선식품의 어려움을 어떻게 풀어 가는지도 살펴봤습니다.</a:t>
            </a:r>
          </a:p>
          <a:p>
            <a:endParaRPr/>
          </a:p>
          <a:p>
            <a:r>
              <a:t>이번 주는 그린바이오 상품의 이해 두 번째 편입니다. 오늘 다룰 상품은 건강기능식품입니다. 신선식품, 가공식품에 이어 그린바이오 상품군의 세 번째 큰 카테고리입니다.</a:t>
            </a:r>
          </a:p>
          <a:p>
            <a:endParaRPr/>
          </a:p>
          <a:p>
            <a:r>
              <a:t>먼저 이 상품이 왜 특별한지 말씀드리겠습니다. 앞서 두 카테고리와 비교하면 건강기능식품은 물리적으로 다루기가 훨씬 쉽습니다. 정제나 캡슐, 분말 형태이기 때문에 상하지 않고 표준화도 쉽습니다. 그런데 이 상품에는 신선식품에도 가공식품에도 없던 새로운 조건이 하나 붙습니다. 바로 법입니다.</a:t>
            </a:r>
          </a:p>
          <a:p>
            <a:endParaRPr/>
          </a:p>
          <a:p>
            <a:r>
              <a:t>이번 주부터는 상품을 보는 관점이 하나 더 늘어납니다. 지금까지는 상품의 물리적 성격, 즉 얼마나 빨리 상하는지, 어떻게 표준화되는지를 봤습니다. 이번 주부터는 상품의 법적 성격을 함께 봅니다. 어떤 표현을 쓸 수 있고 어떤 표현을 쓸 수 없는지, 어떤 절차를 거쳐야 판매할 수 있는지를 배웁니다.</a:t>
            </a:r>
          </a:p>
          <a:p>
            <a:endParaRPr/>
          </a:p>
          <a:p>
            <a:r>
              <a:t>오늘 일 차시에서는 건강기능식품이라는 상품 자체를 이해하는 데 집중합니다. 개념과 시장 배경, 종류와 특징, 그리고 온라인 판매 관점에서 이 상품이 왜 매력적인지를 살펴보겠습니다. 법규는 다음 두 차시에서 본격적으로 다룹니다.</a:t>
            </a:r>
          </a:p>
          <a:p>
            <a:endParaRPr/>
          </a:p>
          <a:p>
            <a:r>
              <a:t>이번 차시가 끝나면 여러분은 건강기능식품이 일반식품과 어떻게 다른지 설명할 수 있어야 하고, 이 상품이 왜 그린바이오 카테고리 가운데 온라인 판매에 가장 유리한지 근거를 들어 말할 수 있어야 합니다.</a:t>
            </a:r>
          </a:p>
          <a:p>
            <a:endParaRPr/>
          </a:p>
          <a:p>
            <a:r>
              <a:t>강의를 들으시면서 계속 떠올려 주실 질문이 있습니다. 여러분 자신이 건강기능식품을 산 경험입니다. 무엇을 보고 그 제품을 골랐습니까. 성분표를 봤습니까, 후기를 봤습니까, 아니면 누군가의 추천이었습니까. 오늘 배우는 내용은 바로 그 선택의 순간에 무엇이 작동했는지를 설명하는 이야기입니다.</a:t>
            </a:r>
          </a:p>
          <a:p>
            <a:endParaRPr/>
          </a:p>
          <a:p>
            <a:r>
              <a:t>이 질문이 특히 의미 있는 이유가 있습니다. 신선식품을 살 때와 건강기능식품을 살 때 우리의 머릿속에서 벌어지는 일은 상당히 다릅니다. 딸기를 살 때는 눈으로 색과 크기를 보고 직감적으로 판단합니다. 반면 오메가쓰리나 유산균을 살 때는 성분명과 함량, 인증 마크, 다른 사람의 후기를 훨씬 꼼꼼히 따집니다. 같은 온라인 쇼핑이라도 상품에 따라 소비자가 정보를 처리하는 방식 자체가 달라지는 것입니다. 이 차이를 이해하는 것이 오늘 강의의 출발점입니다.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이번 주 흐름을 먼저 짚고 가겠습니다. 오 주차도 세 개 차시로 구성됩니다.</a:t>
            </a:r>
          </a:p>
          <a:p>
            <a:endParaRPr/>
          </a:p>
          <a:p>
            <a:r>
              <a:t>지금 듣고 계신 일 차시는 건강기능식품입니다. 개념과 종류, 특징, 그리고 온라인 판매 관점을 다룹니다.</a:t>
            </a:r>
          </a:p>
          <a:p>
            <a:endParaRPr/>
          </a:p>
          <a:p>
            <a:r>
              <a:t>이 차시는 제조와 유통 관련 법규입니다. 식품위생법과 건강기능식품법, 표시광고법과 전자상거래법까지, 그린바이오 상품을 만들고 파는 데 필요한 기본 법규를 다룹니다.</a:t>
            </a:r>
          </a:p>
          <a:p>
            <a:endParaRPr/>
          </a:p>
          <a:p>
            <a:r>
              <a:t>삼 차시는 전자상거래 표시광고 규제와 소비자보호입니다. 온라인에서 무엇을 말할 수 있고 무엇을 말할 수 없는지, 그리고 소비자를 보호하는 제도는 무엇인지를 다룹니다.</a:t>
            </a:r>
          </a:p>
          <a:p>
            <a:endParaRPr/>
          </a:p>
          <a:p>
            <a:r>
              <a:t>이번 주를 관통하는 문장을 하나 드리겠습니다. 지난주가 상품의 물리적 성격이었다면 이번 주는 상품의 법적 성격이라는 것입니다.</a:t>
            </a:r>
          </a:p>
          <a:p>
            <a:endParaRPr/>
          </a:p>
          <a:p>
            <a:r>
              <a:t>이 차이를 조금 더 설명드리겠습니다. 물리적 성격은 상품이 스스로 가진 조건입니다. 상하는 속도, 보관 방법 같은 것들입니다. 법적 성격은 그 상품을 둘러싼 사회가 정한 조건입니다. 무엇을 표시해야 하고 무엇을 말하면 안 되는지는 상품 자체가 아니라 법이 정합니다. 같은 딸기라도 파는 방식에 따라 지켜야 할 법이 달라지는 것처럼, 건강기능식품은 그 이름을 가지는 순간부터 일반식품과는 다른 법의 적용을 받습니다.</a:t>
            </a:r>
          </a:p>
          <a:p>
            <a:endParaRPr/>
          </a:p>
          <a:p>
            <a:r>
              <a:t>그린바이오 상품 중 건강기능식품이 가장 온라인 친화적인 이유도 여기서 나옵니다. 물리적으로 다루기 쉽다는 장점과 법적으로 엄격하게 관리된다는 조건이 동시에 존재합니다. 다루기는 쉽지만 아무나 함부로 팔 수는 없는 상품, 이것이 오늘 배울 카테고리의 정체성입니다.</a:t>
            </a:r>
          </a:p>
          <a:p>
            <a:endParaRPr/>
          </a:p>
          <a:p>
            <a:r>
              <a:t>이번 주 내용은 다음 주와도 이어집니다. 육 주차에서는 식품의 유통채널 이해로 넘어가는데, 오늘 배우는 표시와 광고, 소비자보호의 원칙은 어떤 채널에서 팔든 공통으로 적용되는 기초가 됩니다. 지금 확실히 잡아 두시면 이후 채널별 전략을 배울 때 훨씬 수월합니다.</a:t>
            </a:r>
          </a:p>
          <a:p>
            <a:endParaRPr/>
          </a:p>
          <a:p>
            <a:r>
              <a:t>그리고 이 원칙은 이번 학기 후반부인 실무 단원에서도 반복해서 등장합니다. 발주와 재고, 검수, 그리고 마케팅 캠페인을 설계하는 단원까지, 오늘 잡아 두는 개념의 뼈대가 계속 쓰입니다. 처음에는 법과 제도라는 말이 다소 딱딱하게 느껴질 수 있지만, 이것이 결국 여러분이 나중에 실제로 상품을 팔 때 지켜야 할 실무 매뉴얼의 뼈대라고 생각하시면 훨씬 와닿으실 것입니다.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첫 번째 섹션을 시작하겠습니다. 건강기능식품이란 무엇인가입니다.</a:t>
            </a:r>
          </a:p>
          <a:p>
            <a:endParaRPr/>
          </a:p>
          <a:p>
            <a:r>
              <a:t>이 용어는 일상에서 굉장히 자주 쓰입니다. 비타민, 오메가쓰리, 프로바이오틱스 같은 제품을 사면서 우리는 자연스럽게 건강기능식품이라는 말을 씁니다. 그런데 정확히 무엇이 건강기능식품이고 무엇이 아닌지 구분하려면 막막해지실 겁니다. 일반 식품에도 몸에 좋다는 문구가 붙어 있고, 어떤 제품은 의약품처럼 보이기도 합니다.</a:t>
            </a:r>
          </a:p>
          <a:p>
            <a:endParaRPr/>
          </a:p>
          <a:p>
            <a:r>
              <a:t>이번 섹션에서는 그 경계를 분명히 하겠습니다. 개념을 정리하고, 시장이 어떻게 커지고 있는지 확인하고, 종류를 네 갈래로 나눠 살펴보겠습니다.</a:t>
            </a:r>
          </a:p>
          <a:p>
            <a:endParaRPr/>
          </a:p>
          <a:p>
            <a:r>
              <a:t>이 정의가 왜 중요한지 먼저 말씀드리겠습니다. 건강기능식품이라는 이름을 붙일 수 있는지 없는지에 따라 표시할 수 있는 표현이 완전히 달라지고, 필요한 인허가도 달라지고, 적용받는 법도 달라집니다. 이름 하나가 사업의 자격을 가르는 것입니다.</a:t>
            </a:r>
          </a:p>
          <a:p>
            <a:endParaRPr/>
          </a:p>
          <a:p>
            <a:r>
              <a:t>비슷한 사례를 하나 들어 보겠습니다. 홍삼으로 만든 두 가지 제품이 있다고 가정해 보겠습니다. 하나는 홍삼 농축액이라는 이름의 건강기능식품이고, 다른 하나는 홍삼차라는 이름의 일반식품입니다. 원료는 비슷해 보여도 앞의 제품은 면역력에 도움을 줄 수 있다는 표현을 쓸 수 있지만, 뒤의 제품은 그런 표현을 쓰는 순간 위법이 됩니다. 같은 원료라도 어떤 절차를 거쳐 어떤 이름으로 등록되었는지에 따라 할 수 있는 말이 완전히 달라지는 것입니다.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건강기능식품을 한 문장으로 정의하면 이렇습니다. 인체에 유용한 기능성 원료와 성분을 사용해 제조한 식품입니다.</a:t>
            </a:r>
          </a:p>
          <a:p>
            <a:endParaRPr/>
          </a:p>
          <a:p>
            <a:r>
              <a:t>여기서 핵심은 기능성 원료라는 표현입니다. 아무 원료나 쓴다고 건강기능식품이 되는 것이 아닙니다. 기능이 있다고 공인된 원료를 써야 합니다.</a:t>
            </a:r>
          </a:p>
          <a:p>
            <a:endParaRPr/>
          </a:p>
          <a:p>
            <a:r>
              <a:t>두 번째로 이해해야 할 것은 위치입니다. 일반식품과 의약품의 중간 영역에 있으며, 질병 치료가 아닌 기능 보조를 목적으로 합니다.</a:t>
            </a:r>
          </a:p>
          <a:p>
            <a:endParaRPr/>
          </a:p>
          <a:p>
            <a:r>
              <a:t>이 위치가 왜 중요한지 설명드리겠습니다. 의약품은 질병을 치료하거나 예방한다고 말할 수 있습니다. 대신 처방과 허가 절차가 훨씬 까다롭습니다. 일반식품은 그런 절차 없이 자유롭게 팔 수 있지만, 대신 몸에 좋다는 효능을 표시할 수 없습니다. 건강기능식품은 이 둘 사이에 있습니다. 의약품만큼 엄격하지는 않지만 일반식품보다는 훨씬 많은 것을 표시할 수 있는, 대신 그만큼의 절차를 거쳐야 하는 자리입니다.</a:t>
            </a:r>
          </a:p>
          <a:p>
            <a:endParaRPr/>
          </a:p>
          <a:p>
            <a:r>
              <a:t>이 삼단 구조를 그림으로 그려 보면 왼쪽 끝에 일반식품, 오른쪽 끝에 의약품, 그 사이에 건강기능식품이 놓입니다. 왼쪽으로 갈수록 표시할 수 있는 말은 적어지지만 진입은 쉬워지고, 오른쪽으로 갈수록 표시할 수 있는 말은 많아지지만 진입은 어려워집니다. 그린바이오 브랜드가 신상품을 기획할 때 이 축 위에서 어디를 목표로 할 것인지를 먼저 정하는 것이, 사 주차에서 배운 부가가치 사다리를 정하는 것만큼이나 중요한 결정입니다.</a:t>
            </a:r>
          </a:p>
          <a:p>
            <a:endParaRPr/>
          </a:p>
          <a:p>
            <a:r>
              <a:t>세 번째, 식품의약품안전처의 인정을 받은 기능성 원료만 표시가 가능합니다. 이 문장을 정확히 기억해 주시기 바랍니다. 오늘과 다음 두 차시 내내 계속 등장하는 원칙입니다. 원료가 아무리 좋아도 인정을 받지 못하면 그 기능을 표시하거나 말할 수 없습니다.</a:t>
            </a:r>
          </a:p>
          <a:p>
            <a:endParaRPr/>
          </a:p>
          <a:p>
            <a:r>
              <a:t>이 인정 절차는 크게 두 가지 방식으로 이루어집니다. 하나는 이미 국가가 기준과 규격을 정해 둔 원료를 그대로 사용하는 방식이고, 다른 하나는 새로운 원료에 대해 개별적으로 안전성과 기능성을 입증해 인정을 받는 방식입니다. 전자는 상대적으로 절차가 간단하지만 표현할 수 있는 기능성의 폭이 정해져 있고, 후자는 절차가 훨씬 까다롭고 시간과 비용이 많이 들지만 성공하면 그 원료에 대한 독점적인 표현권을 갖게 됩니다. 신생 그린바이오 브랜드라면 대부분 전자의 방식으로 시작해서 경험과 자본이 쌓인 뒤에 후자에 도전하는 순서를 밟습니다.</a:t>
            </a:r>
          </a:p>
          <a:p>
            <a:endParaRPr/>
          </a:p>
          <a:p>
            <a:r>
              <a:t>네 번째, 이 카테고리는 이 주차에서 배운 초개인화 영양 트렌드의 핵심 상품군입니다. 개인의 유전자와 생활 데이터에 맞춘 영양 설계가 상품으로 구현되는 대표적인 자리가 바로 건강기능식품입니다.</a:t>
            </a:r>
          </a:p>
          <a:p>
            <a:endParaRPr/>
          </a:p>
          <a:p>
            <a:r>
              <a:t>이 연결을 다시 떠올려 보시기 바랍니다. 이 주차에서 초개인화 영양이라는 트렌드를 배울 때는 다소 먼 미래의 이야기처럼 느껴지셨을 수 있습니다. 오늘 건강기능식품이라는 실제 상품군으로 내려오니 그 트렌드가 어떤 형태로 구현되는지 훨씬 구체적으로 보이실 것입니다. 유전자 검사 키트로 개인의 영양 결핍을 진단하고, 그 결과에 맞춰 캡슐을 조합해 매달 보내 주는 서비스가 바로 그 트렌드의 실제 모습입니다.</a:t>
            </a:r>
          </a:p>
          <a:p>
            <a:endParaRPr/>
          </a:p>
          <a:p>
            <a:r>
              <a:t>정리하면 건강기능식품은 원료의 기능성이 공인되어야 하고, 그 공인의 범위 안에서만 말할 수 있는 식품입니다. 이 원칙 하나가 오늘 배우는 모든 내용의 뿌리입니다.</a:t>
            </a:r>
          </a:p>
          <a:p>
            <a:endParaRPr/>
          </a:p>
          <a:p>
            <a:r>
              <a:t>이 원칙을 이해하는 가장 쉬운 방법은 허가받은 만큼만 말할 수 있다는 문장으로 기억하는 것입니다. 원료가 실제로 좋은 효과를 낸다고 판매자가 아무리 확신하더라도, 공식적으로 인정받지 않은 효과는 상세페이지에 적을 수 없습니다. 이것은 판매자의 양심이나 정직함과는 무관한 문제입니다. 개인적인 믿음과 법적으로 말할 수 있는 범위는 다른 차원의 이야기라는 것을 처음부터 분명히 해 두어야 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이번에는 시장이 어떻게 움직이고 있는지 숫자로 확인하겠습니다.</a:t>
            </a:r>
          </a:p>
          <a:p>
            <a:endParaRPr/>
          </a:p>
          <a:p>
            <a:r>
              <a:t>이천이십오 년 국내 건강기능식품 시장 규모는 약 육 점 사 조 원입니다. 적지 않은 규모입니다. 그리고 이천이십육 년부터 이천이십팔 년까지 연평균 사 점 팔 퍼센트에서 육 점 이 퍼센트 사이의 성장이 전망되고 있습니다.</a:t>
            </a:r>
          </a:p>
          <a:p>
            <a:endParaRPr/>
          </a:p>
          <a:p>
            <a:r>
              <a:t>이 숫자가 왜 중요한지 짚어 보겠습니다. 국내 소비 시장 전체가 완만한 성장을 하는 가운데 이 카테고리는 상대적으로 빠르게 크고 있다는 뜻입니다. 인구 구조가 고령화되고, 건강에 대한 관심이 늘고, 예방적 소비가 자리 잡으면서 만들어진 흐름입니다.</a:t>
            </a:r>
          </a:p>
          <a:p>
            <a:endParaRPr/>
          </a:p>
          <a:p>
            <a:r>
              <a:t>그런데 이 성장의 성격이 예전과는 달라지고 있습니다. 슬라이드에 적힌 것처럼 막연한 건강에서 문제 해결형 소비로 구매 패턴이 이동하고 있습니다.</a:t>
            </a:r>
          </a:p>
          <a:p>
            <a:endParaRPr/>
          </a:p>
          <a:p>
            <a:r>
              <a:t>이 변화를 조금 더 풀어 설명드리겠습니다. 예전에는 그냥 몸에 좋다니까, 남들도 먹으니까 사는 소비가 많았습니다. 지금은 다릅니다. 나는 수면의 질이 나쁘다, 나는 소화가 잘 안 된다, 나는 관절이 아프다처럼 구체적인 문제를 인식하고, 그 문제를 해결해 줄 성분을 찾아서 사는 방식으로 바뀌고 있습니다. 광고 문구도 달라졌습니다. 예전에는 건강한 삶이라는 막연한 표현이 많았다면 지금은 특정 기능성 성분과 그 근거를 구체적으로 제시하는 방식이 늘고 있습니다.</a:t>
            </a:r>
          </a:p>
          <a:p>
            <a:endParaRPr/>
          </a:p>
          <a:p>
            <a:r>
              <a:t>이 변화가 판매자에게 시사하는 바는 분명합니다. 막연하게 좋다고 말하는 시대는 지나갔고, 무엇에 좋은지를 구체적으로 설명해야 팔리는 시대가 되었다는 것입니다.</a:t>
            </a:r>
          </a:p>
          <a:p>
            <a:endParaRPr/>
          </a:p>
          <a:p>
            <a:r>
              <a:t>이런 변화의 배경에는 정보 접근성의 향상이 있습니다. 예전에는 소비자가 성분에 대한 정보를 얻기 어려웠기 때문에 브랜드나 광고 문구를 그대로 믿을 수밖에 없었습니다. 지금은 성분명 하나만 검색해도 관련 논문 요약이나 전문가 설명을 쉽게 찾아볼 수 있습니다. 소비자가 똑똑해진 만큼 판매자도 더 정교한 근거를 갖추지 않으면 신뢰를 얻기 어려워진 것입니다.</a:t>
            </a:r>
          </a:p>
          <a:p>
            <a:endParaRPr/>
          </a:p>
          <a:p>
            <a:r>
              <a:t>마지막 특징도 중요합니다. 표준화된 정제, 캡슐, 분말 형태로 온라인 판매에 가장 최적화된 카테고리라는 점입니다. 이 부분은 뒤에서 온라인 판매 관점을 다룰 때 더 자세히 살펴보겠습니다.</a:t>
            </a:r>
          </a:p>
          <a:p>
            <a:endParaRPr/>
          </a:p>
          <a:p>
            <a:r>
              <a:t>여기서 소개한 시장 규모와 성장률은 여러 산업 통계와 업계 전망을 종합한 수치이며, 조사 기관과 시점에 따라 다르게 나올 수 있습니다. 추세로 이해해 주시고, 실제 사업 계획에 쓰실 때는 최신 자료로 다시 확인하시기 바랍니다.</a:t>
            </a:r>
          </a:p>
          <a:p>
            <a:endParaRPr/>
          </a:p>
          <a:p>
            <a:r>
              <a:t>수치를 다루실 때 한 가지 습관을 권해 드리고 싶습니다. 시장 규모나 성장률 같은 숫자를 상세페이지나 투자 제안서에 인용할 때는 반드시 출처와 발표 시점을 함께 적어 두는 것입니다. 오래된 숫자를 최신 통계인 것처럼 쓰면 나중에 신뢰를 잃는 원인이 되고, 심한 경우 표시광고 규제의 대상이 되기도 합니다. 이 습관은 오늘 배우는 문제 해결형 소비라는 트렌드와도 통합니다. 소비자는 막연한 주장보다 출처가 분명한 근거를 더 신뢰하기 때문입니다.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건강기능식품을 네 갈래로 나눠 보겠습니다. 왼쪽에서 오른쪽으로 갈수록 개인화 수준이 높아지는 구조입니다.</a:t>
            </a:r>
          </a:p>
          <a:p>
            <a:endParaRPr/>
          </a:p>
          <a:p>
            <a:r>
              <a:t>첫째, 영양소 보충입니다. 비타민과 미네랄처럼 기본적인 영양을 보충하는 카테고리입니다. 가장 오래되고 가장 대중적인 형태입니다.</a:t>
            </a:r>
          </a:p>
          <a:p>
            <a:endParaRPr/>
          </a:p>
          <a:p>
            <a:r>
              <a:t>둘째, 기능성 원료입니다. 프로바이오틱스와 오메가쓰리처럼 특정한 기능을 목표로 하는 고기능성 원료입니다. 영양소 보충보다 한 단계 더 구체적인 목적을 가집니다.</a:t>
            </a:r>
          </a:p>
          <a:p>
            <a:endParaRPr/>
          </a:p>
          <a:p>
            <a:r>
              <a:t>셋째, 슬로에이징입니다. 저속노화와 롱제비티, 즉 건강 수명을 늘리는 것을 목표로 하는 카테고리입니다. 최근 몇 년 사이 빠르게 성장한 흐름입니다.</a:t>
            </a:r>
          </a:p>
          <a:p>
            <a:endParaRPr/>
          </a:p>
          <a:p>
            <a:r>
              <a:t>넷째, 맞춤형 구독입니다. 유전자와 생활 데이터를 기반으로 개인화된 조합을 제공하는 형태입니다. 네 갈래 가운데 가장 최근에 등장했고 가장 정교합니다.</a:t>
            </a:r>
          </a:p>
          <a:p>
            <a:endParaRPr/>
          </a:p>
          <a:p>
            <a:r>
              <a:t>이 네 갈래를 왜 순서대로 봐야 할까요. 오른쪽으로 갈수록 개인화 수준이 높아지고, 가격과 록인 효과도 함께 올라가기 때문입니다.</a:t>
            </a:r>
          </a:p>
          <a:p>
            <a:endParaRPr/>
          </a:p>
          <a:p>
            <a:r>
              <a:t>록인 효과라는 표현을 조금 풀어 설명드리겠습니다. 일반적인 비타민은 어느 브랜드 제품을 사도 큰 차이가 없다고 느껴 쉽게 다른 브랜드로 바꿀 수 있습니다. 그런데 내 유전자 데이터를 분석해서 맞춤 조합을 만들어 주는 구독 서비스는 다른 브랜드로 옮기기가 훨씬 번거롭습니다. 이미 나에 대한 데이터가 쌓여 있고, 그 데이터를 기반으로 한 추천이 계속 정교해지기 때문입니다. 개인화가 깊어질수록 고객이 떠나기 어려워지는 구조가 만들어집니다.</a:t>
            </a:r>
          </a:p>
          <a:p>
            <a:endParaRPr/>
          </a:p>
          <a:p>
            <a:r>
              <a:t>이 네 갈래는 서로 배타적이지 않다는 점도 말씀드리겠습니다. 한 소비자가 기본적인 비타민은 저렴하게 사고, 특정 기능성 원료는 좀 더 신중하게 고르고, 관심이 깊어지면 맞춤형 구독으로 넘어가는 식으로 함께 소비하는 경우가 많습니다. 그린바이오 브랜드 입장에서는 이 네 갈래 가운데 어디를 첫 진입점으로 삼을지, 그리고 시간이 지나면서 어느 방향으로 고객을 안내할지를 함께 설계하는 것이 중요합니다.</a:t>
            </a:r>
          </a:p>
          <a:p>
            <a:endParaRPr/>
          </a:p>
          <a:p>
            <a:r>
              <a:t>작은 브랜드의 현실적인 전략도 함께 생각해 보겠습니다. 처음부터 맞춤형 구독처럼 복잡하고 투자가 큰 영역에 뛰어들기는 쉽지 않습니다. 대신 영양소 보충이나 기능성 원료처럼 상대적으로 진입장벽이 낮은 영역에서 먼저 신뢰를 쌓고, 고객 데이터와 경험이 쌓이면 점차 슬로에이징이나 맞춤형 구독처럼 부가가치가 높은 영역으로 넓혀 가는 순서가 현실적입니다. 이는 사 주차에서 배운 가공의 사다리를 단계적으로 오르는 전략과 같은 발상입니다.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이제 두 번째 섹션입니다. 건강기능식품이 무엇으로 팔리는지, 그리고 온라인 판매에서 왜 유리한지를 살펴보겠습니다.</a:t>
            </a:r>
          </a:p>
          <a:p>
            <a:endParaRPr/>
          </a:p>
          <a:p>
            <a:r>
              <a:t>앞의 섹션이 이 상품이 무엇인가에 관한 이야기였다면 이번 섹션은 이 상품이 어떻게 팔리는가에 관한 이야기입니다. 재구매율이 가장 높은 카테고리라는 점, 그리고 그 신뢰가 어디에서 나오는지를 확인하겠습니다.</a:t>
            </a:r>
          </a:p>
          <a:p>
            <a:endParaRPr/>
          </a:p>
          <a:p>
            <a:r>
              <a:t>이번 섹션을 들으실 때 지난주에 배운 신선식품, 가공식품과 계속 비교해 보시기 바랍니다. 물류 부담이 얼마나 다른지, 재구매 구조가 얼마나 다른지를 견주어 보면 왜 이 카테고리가 온라인에 가장 잘 맞는지가 선명해집니다.</a:t>
            </a:r>
          </a:p>
          <a:p>
            <a:endParaRPr/>
          </a:p>
          <a:p>
            <a:r>
              <a:t>비교를 돕기 위해 미리 하나의 표를 머릿속에 그려 보시기 바랍니다. 세로축에는 신선식품, 가공식품, 건강기능식품을 놓고 가로축에는 물류 부담, 표준화 수준, 재구매율을 놓는 것입니다. 이 표를 채워 가면서 들으시면 왜 건강기능식품이 그린바이오 온라인 판매의 이상적인 출발점으로 자주 꼽히는지가 자연스럽게 드러날 것입니다.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건강기능식품의 특징을 네 가지로 정리하겠습니다.</a:t>
            </a:r>
          </a:p>
          <a:p>
            <a:endParaRPr/>
          </a:p>
          <a:p>
            <a:r>
              <a:t>첫째, 구매 결정의 핵심은 기능성 인정 표시와 임상적 근거입니다. 느낌이 아니라 근거로 파는 상품이라는 뜻입니다.</a:t>
            </a:r>
          </a:p>
          <a:p>
            <a:endParaRPr/>
          </a:p>
          <a:p>
            <a:r>
              <a:t>이 말의 의미를 조금 더 짚어 보겠습니다. 옷이나 화장품은 감성이나 취향으로도 팔립니다. 건강기능식품은 다릅니다. 소비자는 이 성분이 실제로 효과가 있는지를 궁금해하고, 그 궁금증에 답할 수 있는 근거가 있어야 지갑을 엽니다. 감성 마케팅만으로는 이 카테고리에서 오래 버티기 어렵습니다.</a:t>
            </a:r>
          </a:p>
          <a:p>
            <a:endParaRPr/>
          </a:p>
          <a:p>
            <a:r>
              <a:t>둘째, 재구매율이 높은 카테고리이며 구독모델과 특히 궁합이 좋습니다. 한 번 맞으면 계속 사는 상품이라는 뜻입니다.</a:t>
            </a:r>
          </a:p>
          <a:p>
            <a:endParaRPr/>
          </a:p>
          <a:p>
            <a:r>
              <a:t>건강기능식품은 대부분 꾸준히 먹어야 효과를 기대할 수 있는 상품입니다. 하루 이틀 먹고 끝나는 것이 아니라 몇 주, 몇 달을 이어서 섭취해야 합니다. 이 특성이 자연스럽게 정기구매로 이어집니다. 한 번의 좋은 경험이 다음 달, 그다음 달 주문으로 이어지는 구조입니다.</a:t>
            </a:r>
          </a:p>
          <a:p>
            <a:endParaRPr/>
          </a:p>
          <a:p>
            <a:r>
              <a:t>셋째, 성분과 함량 비교가 쉬워 온라인 리뷰와 비교 콘텐츠의 영향력이 큽니다. 비교가 쉬우니 콘텐츠가 곧 판매력이 되는 것입니다.</a:t>
            </a:r>
          </a:p>
          <a:p>
            <a:endParaRPr/>
          </a:p>
          <a:p>
            <a:r>
              <a:t>신선식품은 비교가 어렵습니다. 사과 하나하나가 다르기 때문입니다. 건강기능식품은 성분표에 적힌 숫자로 정확히 비교할 수 있습니다. 이 성분이 몇 밀리그램 들어 있는지, 다른 제품과 어떻게 다른지를 콘텐츠로 만들면 소비자에게 직접적인 설득력을 갖습니다. 그래서 유튜브와 블로그에 성분 비교 콘텐츠가 그렇게 많은 것입니다.</a:t>
            </a:r>
          </a:p>
          <a:p>
            <a:endParaRPr/>
          </a:p>
          <a:p>
            <a:r>
              <a:t>이 특성은 판매자에게 양날의 검이 되기도 합니다. 비교가 쉽다는 것은 우리 상품의 장점도 쉽게 알릴 수 있다는 뜻이지만, 동시에 경쟁사와의 약점도 숫자로 명확히 드러난다는 뜻이기도 합니다. 그래서 이 카테고리에서는 단순히 함량을 많이 넣는 경쟁보다, 왜 그 함량과 그 조합을 선택했는지를 설명하는 능력이 오히려 더 중요한 차별화 지점이 되는 경우가 많습니다.</a:t>
            </a:r>
          </a:p>
          <a:p>
            <a:endParaRPr/>
          </a:p>
          <a:p>
            <a:r>
              <a:t>넷째, 허위와 과대광고 리스크가 큰 만큼 규제 준수가 브랜드 신뢰의 기본입니다. 이 부분은 다음 차시와 다다음 차시에서 본격적으로 다루겠습니다. 오늘은 이 리스크가 왜 큰지만 이해하고 넘어가시면 됩니다. 효과를 기대하고 사는 상품이기 때문에, 그 기대가 배신당했을 때 소비자의 실망과 반발도 그만큼 큽니다.</a:t>
            </a:r>
          </a:p>
          <a:p>
            <a:endParaRPr/>
          </a:p>
          <a:p>
            <a:r>
              <a:t>이 네 가지 특징을 하나로 묶으면 결국 신뢰라는 단어로 모입니다. 첫 번째는 근거에 대한 신뢰, 두 번째는 꾸준함에 대한 신뢰, 세 번째는 비교 정보에 대한 신뢰, 네 번째는 규제 준수에 대한 신뢰입니다. 신선식품에서 신뢰의 대상이 상품의 상태였다면, 건강기능식품에서 신뢰의 대상은 정보와 근거로 옮겨 갑니다. 이 차이를 이해하면 왜 이 카테고리에서 콘텐츠와 규제가 그토록 중요한지가 분명해집니다.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이제 온라인 판매자의 눈으로 이 카테고리를 보겠습니다. 그린바이오 상품군 중 온라인에 가장 최적화된 카테고리입니다.</a:t>
            </a:r>
          </a:p>
          <a:p>
            <a:endParaRPr/>
          </a:p>
          <a:p>
            <a:r>
              <a:t>첫째, 보관과 배송이 쉬워 신선식품 대비 물류 부담이 현저히 낮습니다. 사 주차에서 배운 콜드체인 부담이 거의 없다는 뜻입니다.</a:t>
            </a:r>
          </a:p>
          <a:p>
            <a:endParaRPr/>
          </a:p>
          <a:p>
            <a:r>
              <a:t>이 차이를 다시 떠올려 보시기 바랍니다. 신선식품은 냉장 창고와 냉장 차량, 보냉 포장이 모두 필요했습니다. 건강기능식품은 상온에서 안정적으로 유지되는 정제나 캡슐, 분말 형태이기 때문에 일반 택배로 충분합니다. 물류비와 폐기율이 극적으로 낮아집니다.</a:t>
            </a:r>
          </a:p>
          <a:p>
            <a:endParaRPr/>
          </a:p>
          <a:p>
            <a:r>
              <a:t>숫자로 짐작해 보면 이 차이가 더 실감 나실 것입니다. 신선식품은 콜드체인 물류비가 일반 물류비의 몇 배에 이르는 경우가 흔하고, 여기에 폐기되는 재고까지 더하면 이익률에 상당한 부담을 줍니다. 반면 건강기능식품은 상온 창고에 오래 보관해도 품질이 크게 변하지 않기 때문에 재고 부담 자체가 낮습니다. 창업 초기 자금이 넉넉하지 않은 그린바이오 브랜드일수록 이 물류비 차이가 사업의 생존을 가르는 요인이 될 수 있습니다.</a:t>
            </a:r>
          </a:p>
          <a:p>
            <a:endParaRPr/>
          </a:p>
          <a:p>
            <a:r>
              <a:t>둘째, 정기구독과 정기배송 모델의 매출 안정성이 가장 높은 카테고리입니다. 매달 같은 매출이 예약되어 있는 셈이라는 뜻입니다.</a:t>
            </a:r>
          </a:p>
          <a:p>
            <a:endParaRPr/>
          </a:p>
          <a:p>
            <a:r>
              <a:t>이 안정성은 사업 운영에 큰 의미를 갖습니다. 매달 얼마의 매출이 들어올지 예측할 수 있으면 재고와 생산 계획을 세우기가 훨씬 수월해집니다. 신선식품처럼 매번 새로운 고객을 찾아야 하는 부담도 줄어듭니다.</a:t>
            </a:r>
          </a:p>
          <a:p>
            <a:endParaRPr/>
          </a:p>
          <a:p>
            <a:r>
              <a:t>이 안정성은 투자 유치나 자금 계획에도 유리하게 작용합니다. 매달 반복되는 매출은 예측 가능한 현금흐름을 의미하고, 이는 외부 투자자나 금융기관이 사업의 안정성을 평가할 때 긍정적인 신호로 읽힙니다. 반대로 신선식품처럼 매출이 계절과 날씨에 따라 크게 출렁이는 사업은 같은 매출 규모라도 상대적으로 불안정하게 평가받는 경우가 많습니다.</a:t>
            </a:r>
          </a:p>
          <a:p>
            <a:endParaRPr/>
          </a:p>
          <a:p>
            <a:r>
              <a:t>셋째, 내 문제를 해결해 주는 성분을 설명하는 콘텐츠 마케팅이 핵심입니다. 성분표가 아니라 문제 해결 서사로 판다는 뜻입니다.</a:t>
            </a:r>
          </a:p>
          <a:p>
            <a:endParaRPr/>
          </a:p>
          <a:p>
            <a:r>
              <a:t>앞서 시장 배경에서 말씀드린 문제 해결형 소비와 그대로 이어지는 내용입니다. 소비자가 안고 있는 구체적인 문제, 예를 들어 수면이나 피로, 소화 같은 문제를 먼저 짚고, 그 문제를 해결할 성분과 근거를 제시하는 순서로 콘텐츠를 만드는 것이 이 카테고리의 기본 문법입니다.</a:t>
            </a:r>
          </a:p>
          <a:p>
            <a:endParaRPr/>
          </a:p>
          <a:p>
            <a:r>
              <a:t>이 문법을 실제 상세페이지 구성으로 옮기면 대략 이런 순서가 됩니다. 먼저 소비자가 공감할 수 있는 문제 상황을 제시하고, 그다음 그 문제의 원인을 짧게 설명하고, 이어서 그 원인에 작용하는 성분을 소개하고, 마지막으로 그 성분의 근거와 함량을 구체적으로 밝히는 순서입니다. 문제에서 시작해 근거로 끝나는 이 구조가 건강기능식품 상세페이지의 표준적인 뼈대라고 볼 수 있습니다.</a:t>
            </a:r>
          </a:p>
          <a:p>
            <a:endParaRPr/>
          </a:p>
          <a:p>
            <a:r>
              <a:t>넷째, 다음 차시에서 배울 표시와 광고 규제를 가장 엄격히 적용받는 상품입니다. 잘 팔리는 만큼 감시도 가장 엄격하다는 뜻입니다.</a:t>
            </a:r>
          </a:p>
          <a:p>
            <a:endParaRPr/>
          </a:p>
          <a:p>
            <a:r>
              <a:t>이 문장으로 오늘 강의가 다음 두 차시로 자연스럽게 이어집니다. 지금까지 본 세 가지 장점, 즉 낮은 물류 부담과 높은 재구매율, 콘텐츠 친화성은 모두 이 카테고리를 매력적으로 만듭니다. 그런데 그 매력만큼 지켜야 할 규칙도 많습니다. 다음 시간부터는 그 규칙을 자세히 배우겠습니다.</a:t>
            </a:r>
          </a:p>
          <a:p>
            <a:endParaRPr/>
          </a:p>
          <a:p>
            <a:r>
              <a:t>이 대목에서 실무자들이 흔히 하는 오해를 하나 짚고 넘어가겠습니다. 물류가 쉽고 마진이 좋아 보인다는 이유만으로 건강기능식품 판매를 쉽게 시작할 수 있다고 생각하는 경우가 많습니다. 그러나 실제로는 상품을 준비하는 단계에서부터 원료 선정과 인증 확인에 상당한 시간과 비용이 듭니다. 겉보기의 진입장벽이 낮다고 해서 실제 진입장벽까지 낮은 것은 아니라는 점을 기억해 두시기 바랍니다.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여기서 잠시 멈추고 오늘 배운 내용을 각자의 상품에 대입해 보겠습니다.</a:t>
            </a:r>
          </a:p>
          <a:p>
            <a:endParaRPr/>
          </a:p>
          <a:p>
            <a:r>
              <a:t>건강기능식품 하나를 골라 보시기 바랍니다. 관심 있는 원료나 실제로 드셔 본 제품이면 더 좋습니다.</a:t>
            </a:r>
          </a:p>
          <a:p>
            <a:endParaRPr/>
          </a:p>
          <a:p>
            <a:r>
              <a:t>그 상품이 소비자의 어떤 구체적인 문제를 해결해 주는지 적어 보십시오. 막연히 건강에 좋다가 아니라 어떤 문제인지 구체적으로 써야 합니다. 예를 들어 피로, 수면, 소화, 관절처럼 구체적인 대상이 있어야 합니다.</a:t>
            </a:r>
          </a:p>
          <a:p>
            <a:endParaRPr/>
          </a:p>
          <a:p>
            <a:r>
              <a:t>그리고 그 근거를 상세페이지에서 어떻게 보여 줄 것인지 생각해 보십시오. 성분과 함량을 어떻게 표시할지, 임상 근거가 있다면 어떻게 소개할지, 다른 제품과 비교할 콘텐츠는 무엇이 될지 적어 보시기 바랍니다.</a:t>
            </a:r>
          </a:p>
          <a:p>
            <a:endParaRPr/>
          </a:p>
          <a:p>
            <a:r>
              <a:t>이 활동에서 중요한 것은 좋아진다는 표현을 그대로 쓰지 않는 것입니다. 무엇이 좋아지는지를 구체적으로 말할 수 있어야 합니다. 좋아진다는 말은 누구나 할 수 있지만, 무엇이 어떻게 좋아지는지를 근거와 함께 말하는 것은 아무나 할 수 없습니다. 그 차이가 오늘 배운 내용의 핵심입니다.</a:t>
            </a:r>
          </a:p>
          <a:p>
            <a:endParaRPr/>
          </a:p>
          <a:p>
            <a:r>
              <a:t>이 활동을 어렵게 느끼신다면 순서를 바꿔서 접근해 보시기 바랍니다. 먼저 좋은 성분이라고 알려진 것을 떠올리지 마시고, 여러분 주변 사람이 실제로 겪는 불편함을 먼저 떠올려 보십시오. 그 불편함을 구체적인 문장으로 적고, 그다음에 그 문제에 관련이 있다고 알려진 성분을 찾아 연결하는 순서입니다. 성분에서 출발하면 막연해지기 쉽지만, 문제에서 출발하면 훨씬 구체적인 답에 도달하게 됩니다.</a:t>
            </a:r>
          </a:p>
          <a:p>
            <a:endParaRPr/>
          </a:p>
          <a:p>
            <a:r>
              <a:t>발표를 준비하시면서 한 가지 더 생각해 보실 것이 있습니다. 여러분이 적은 문구 가운데 혹시 질병을 치료하거나 예방한다는 느낌을 주는 표현은 없는지 스스로 점검해 보시기 바랍니다. 다음 차시와 삼 차시에서 배울 내용을 미리 살짝 적용해 보는 셈입니다. 지금 걸리는 표현이 있다면 그것이 바로 다음 시간에 정확히 배우게 될 위반 사례의 원형입니다.</a:t>
            </a:r>
          </a:p>
          <a:p>
            <a:endParaRPr/>
          </a:p>
          <a:p>
            <a:r>
              <a:t>이 활동을 마친 뒤에는 오늘 적은 내용을 잘 보관해 두시기 바랍니다. 다음 차시와 삼 차시를 배운 뒤에 같은 상품, 같은 문구를 다시 꺼내서 무엇이 허용되고 무엇이 수정되어야 하는지 스스로 점검해 보는 시간을 가질 것입니다. 오늘의 답과 다음 시간 이후의 답이 어떻게 달라지는지 비교해 보면 법규가 실제로 마케팅 문구를 어떻게 바꾸는지 체감하실 수 있습니다.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오늘 내용을 세 가지로 정리하겠습니다.</a:t>
            </a:r>
          </a:p>
          <a:p>
            <a:endParaRPr/>
          </a:p>
          <a:p>
            <a:r>
              <a:t>첫째, 건강기능식품은 표준화와 재구매율이 높은 온라인 최적 카테고리입니다. 물류 부담이 낮고 구독모델과 궁합이 좋다는 것이 핵심 이유였습니다.</a:t>
            </a:r>
          </a:p>
          <a:p>
            <a:endParaRPr/>
          </a:p>
          <a:p>
            <a:r>
              <a:t>둘째, 이천이십육 년 시장은 초개인화와 슬로에이징을 중심으로 성장합니다. 막연한 건강에서 문제 해결형 소비로 구매 패턴이 이동하고 있다는 것을 확인했습니다.</a:t>
            </a:r>
          </a:p>
          <a:p>
            <a:endParaRPr/>
          </a:p>
          <a:p>
            <a:r>
              <a:t>셋째, 구매 결정은 기능성 표시와 임상적 근거가 좌우합니다. 근거 없는 주장은 규제 위반이자 신뢰의 붕괴로 이어진다는 것을 기억하시기 바랍니다.</a:t>
            </a:r>
          </a:p>
          <a:p>
            <a:endParaRPr/>
          </a:p>
          <a:p>
            <a:r>
              <a:t>오늘 배운 내용을 한 문장으로 압축하면 이렇습니다. 다루기는 쉽지만 아무나 함부로 팔 수는 없는 상품, 그것이 건강기능식품입니다. 이 문장 안에 오늘 배운 시장의 매력과 법적 엄격함이 모두 담겨 있습니다.</a:t>
            </a:r>
          </a:p>
          <a:p>
            <a:endParaRPr/>
          </a:p>
          <a:p>
            <a:r>
              <a:t>다음 차시에서는 식품 제조와 유통 관련 법규를 다룹니다. 오늘 여러 차례 언급했던 식품의약품안전처의 인정 절차, 식품위생법 같은 개념들이 구체적으로 어떤 내용인지 배우게 됩니다. 오늘 상품 자체를 이해하셨다면 다음 시간은 그 상품을 둘러싼 규칙을 이해하는 시간입니다.</a:t>
            </a:r>
          </a:p>
          <a:p>
            <a:endParaRPr/>
          </a:p>
          <a:p>
            <a:r>
              <a:t>오늘 강의를 마무리하며 한 가지만 다시 강조하겠습니다. 건강기능식품은 그린바이오 카테고리 가운데 가장 다루기 쉬워 보이지만 동시에 가장 정교한 관리가 필요한 상품입니다. 쉬운 물류와 엄격한 규제가 공존한다는 이 이중적인 성격을 잊지 않으시면, 다음 두 차시의 법규 내용도 훨씬 자연스럽게 이해되실 것입니다. 오늘 수업은 여기서 마치겠습니다. 수고하셨습니다.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hyperlink" Target="https://bit.ly/3A1uf1Q"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59778" y="-50175"/>
            <a:ext cx="9263677" cy="5243849"/>
          </a:xfrm>
          <a:prstGeom prst="rect">
            <a:avLst/>
          </a:prstGeom>
          <a:noFill/>
          <a:ln>
            <a:noFill/>
          </a:ln>
        </p:spPr>
      </p:pic>
      <p:pic>
        <p:nvPicPr>
          <p:cNvPr id="10" name="Google Shape;10;p2"/>
          <p:cNvPicPr preferRelativeResize="0"/>
          <p:nvPr/>
        </p:nvPicPr>
        <p:blipFill>
          <a:blip r:embed="rId3">
            <a:alphaModFix/>
          </a:blip>
          <a:stretch>
            <a:fillRect/>
          </a:stretch>
        </p:blipFill>
        <p:spPr>
          <a:xfrm flipH="1">
            <a:off x="-69474" y="-50175"/>
            <a:ext cx="9263669" cy="5243848"/>
          </a:xfrm>
          <a:prstGeom prst="rect">
            <a:avLst/>
          </a:prstGeom>
          <a:noFill/>
          <a:ln>
            <a:noFill/>
          </a:ln>
        </p:spPr>
      </p:pic>
      <p:sp>
        <p:nvSpPr>
          <p:cNvPr id="11" name="Google Shape;11;p2"/>
          <p:cNvSpPr txBox="1">
            <a:spLocks noGrp="1"/>
          </p:cNvSpPr>
          <p:nvPr>
            <p:ph type="ctrTitle"/>
          </p:nvPr>
        </p:nvSpPr>
        <p:spPr>
          <a:xfrm>
            <a:off x="3355975" y="2187950"/>
            <a:ext cx="5074800" cy="18123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91919"/>
              </a:buClr>
              <a:buSzPts val="5200"/>
              <a:buNone/>
              <a:defRPr sz="51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3355975" y="4117425"/>
            <a:ext cx="3453300" cy="47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rot="10800000" flipH="1">
            <a:off x="-69474" y="-50175"/>
            <a:ext cx="9263677" cy="5243849"/>
          </a:xfrm>
          <a:prstGeom prst="rect">
            <a:avLst/>
          </a:prstGeom>
          <a:noFill/>
          <a:ln>
            <a:noFill/>
          </a:ln>
        </p:spPr>
      </p:pic>
      <p:pic>
        <p:nvPicPr>
          <p:cNvPr id="15" name="Google Shape;15;p3"/>
          <p:cNvPicPr preferRelativeResize="0"/>
          <p:nvPr/>
        </p:nvPicPr>
        <p:blipFill>
          <a:blip r:embed="rId3">
            <a:alphaModFix/>
          </a:blip>
          <a:stretch>
            <a:fillRect/>
          </a:stretch>
        </p:blipFill>
        <p:spPr>
          <a:xfrm>
            <a:off x="-69470" y="-50175"/>
            <a:ext cx="9263669" cy="5243848"/>
          </a:xfrm>
          <a:prstGeom prst="rect">
            <a:avLst/>
          </a:prstGeom>
          <a:noFill/>
          <a:ln>
            <a:noFill/>
          </a:ln>
        </p:spPr>
      </p:pic>
      <p:sp>
        <p:nvSpPr>
          <p:cNvPr id="16" name="Google Shape;16;p3"/>
          <p:cNvSpPr txBox="1">
            <a:spLocks noGrp="1"/>
          </p:cNvSpPr>
          <p:nvPr>
            <p:ph type="title"/>
          </p:nvPr>
        </p:nvSpPr>
        <p:spPr>
          <a:xfrm>
            <a:off x="1229400" y="2425500"/>
            <a:ext cx="3389700" cy="13836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1229400" y="1334400"/>
            <a:ext cx="1533600" cy="10911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pic>
        <p:nvPicPr>
          <p:cNvPr id="19" name="Google Shape;19;p4"/>
          <p:cNvPicPr preferRelativeResize="0"/>
          <p:nvPr/>
        </p:nvPicPr>
        <p:blipFill>
          <a:blip r:embed="rId2">
            <a:alphaModFix/>
          </a:blip>
          <a:stretch>
            <a:fillRect/>
          </a:stretch>
        </p:blipFill>
        <p:spPr>
          <a:xfrm>
            <a:off x="-1" y="0"/>
            <a:ext cx="9144003" cy="5143501"/>
          </a:xfrm>
          <a:prstGeom prst="rect">
            <a:avLst/>
          </a:prstGeom>
          <a:noFill/>
          <a:ln>
            <a:noFill/>
          </a:ln>
        </p:spPr>
      </p:pic>
      <p:pic>
        <p:nvPicPr>
          <p:cNvPr id="20" name="Google Shape;20;p4"/>
          <p:cNvPicPr preferRelativeResize="0"/>
          <p:nvPr/>
        </p:nvPicPr>
        <p:blipFill>
          <a:blip r:embed="rId3">
            <a:alphaModFix/>
          </a:blip>
          <a:stretch>
            <a:fillRect/>
          </a:stretch>
        </p:blipFill>
        <p:spPr>
          <a:xfrm rot="10800000">
            <a:off x="-69474" y="-50175"/>
            <a:ext cx="9263669" cy="5243848"/>
          </a:xfrm>
          <a:prstGeom prst="rect">
            <a:avLst/>
          </a:prstGeom>
          <a:noFill/>
          <a:ln>
            <a:noFill/>
          </a:ln>
        </p:spPr>
      </p:pic>
      <p:sp>
        <p:nvSpPr>
          <p:cNvPr id="21" name="Google Shape;2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 name="Google Shape;22;p4"/>
          <p:cNvSpPr txBox="1">
            <a:spLocks noGrp="1"/>
          </p:cNvSpPr>
          <p:nvPr>
            <p:ph type="body" idx="1"/>
          </p:nvPr>
        </p:nvSpPr>
        <p:spPr>
          <a:xfrm>
            <a:off x="720000" y="1126075"/>
            <a:ext cx="7704000" cy="415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pic>
        <p:nvPicPr>
          <p:cNvPr id="24" name="Google Shape;24;p5"/>
          <p:cNvPicPr preferRelativeResize="0"/>
          <p:nvPr/>
        </p:nvPicPr>
        <p:blipFill>
          <a:blip r:embed="rId2">
            <a:alphaModFix/>
          </a:blip>
          <a:stretch>
            <a:fillRect/>
          </a:stretch>
        </p:blipFill>
        <p:spPr>
          <a:xfrm>
            <a:off x="-69475" y="-50900"/>
            <a:ext cx="9263677" cy="5243849"/>
          </a:xfrm>
          <a:prstGeom prst="rect">
            <a:avLst/>
          </a:prstGeom>
          <a:noFill/>
          <a:ln>
            <a:noFill/>
          </a:ln>
        </p:spPr>
      </p:pic>
      <p:pic>
        <p:nvPicPr>
          <p:cNvPr id="25" name="Google Shape;25;p5"/>
          <p:cNvPicPr preferRelativeResize="0"/>
          <p:nvPr/>
        </p:nvPicPr>
        <p:blipFill>
          <a:blip r:embed="rId3">
            <a:alphaModFix/>
          </a:blip>
          <a:stretch>
            <a:fillRect/>
          </a:stretch>
        </p:blipFill>
        <p:spPr>
          <a:xfrm>
            <a:off x="-69474" y="-50175"/>
            <a:ext cx="9263669" cy="5243848"/>
          </a:xfrm>
          <a:prstGeom prst="rect">
            <a:avLst/>
          </a:prstGeom>
          <a:noFill/>
          <a:ln>
            <a:noFill/>
          </a:ln>
        </p:spPr>
      </p:pic>
      <p:sp>
        <p:nvSpPr>
          <p:cNvPr id="26" name="Google Shape;26;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5"/>
          <p:cNvSpPr txBox="1">
            <a:spLocks noGrp="1"/>
          </p:cNvSpPr>
          <p:nvPr>
            <p:ph type="subTitle" idx="1"/>
          </p:nvPr>
        </p:nvSpPr>
        <p:spPr>
          <a:xfrm>
            <a:off x="5055305" y="37714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5"/>
          <p:cNvSpPr txBox="1">
            <a:spLocks noGrp="1"/>
          </p:cNvSpPr>
          <p:nvPr>
            <p:ph type="subTitle" idx="2"/>
          </p:nvPr>
        </p:nvSpPr>
        <p:spPr>
          <a:xfrm>
            <a:off x="1583320" y="37714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9" name="Google Shape;29;p5"/>
          <p:cNvSpPr txBox="1">
            <a:spLocks noGrp="1"/>
          </p:cNvSpPr>
          <p:nvPr>
            <p:ph type="subTitle" idx="3"/>
          </p:nvPr>
        </p:nvSpPr>
        <p:spPr>
          <a:xfrm>
            <a:off x="5055296" y="31987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000">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30" name="Google Shape;30;p5"/>
          <p:cNvSpPr txBox="1">
            <a:spLocks noGrp="1"/>
          </p:cNvSpPr>
          <p:nvPr>
            <p:ph type="subTitle" idx="4"/>
          </p:nvPr>
        </p:nvSpPr>
        <p:spPr>
          <a:xfrm>
            <a:off x="1583095" y="31987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000">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pic>
        <p:nvPicPr>
          <p:cNvPr id="32" name="Google Shape;32;p6"/>
          <p:cNvPicPr preferRelativeResize="0"/>
          <p:nvPr/>
        </p:nvPicPr>
        <p:blipFill>
          <a:blip r:embed="rId2">
            <a:alphaModFix/>
          </a:blip>
          <a:stretch>
            <a:fillRect/>
          </a:stretch>
        </p:blipFill>
        <p:spPr>
          <a:xfrm>
            <a:off x="-1" y="0"/>
            <a:ext cx="9144003" cy="5143501"/>
          </a:xfrm>
          <a:prstGeom prst="rect">
            <a:avLst/>
          </a:prstGeom>
          <a:noFill/>
          <a:ln>
            <a:noFill/>
          </a:ln>
        </p:spPr>
      </p:pic>
      <p:pic>
        <p:nvPicPr>
          <p:cNvPr id="33" name="Google Shape;33;p6"/>
          <p:cNvPicPr preferRelativeResize="0"/>
          <p:nvPr/>
        </p:nvPicPr>
        <p:blipFill>
          <a:blip r:embed="rId3">
            <a:alphaModFix/>
          </a:blip>
          <a:stretch>
            <a:fillRect/>
          </a:stretch>
        </p:blipFill>
        <p:spPr>
          <a:xfrm rot="10800000">
            <a:off x="-69474" y="-50175"/>
            <a:ext cx="9263669" cy="5243848"/>
          </a:xfrm>
          <a:prstGeom prst="rect">
            <a:avLst/>
          </a:prstGeom>
          <a:noFill/>
          <a:ln>
            <a:noFill/>
          </a:ln>
        </p:spPr>
      </p:pic>
      <p:sp>
        <p:nvSpPr>
          <p:cNvPr id="34" name="Google Shape;3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5"/>
        <p:cNvGrpSpPr/>
        <p:nvPr/>
      </p:nvGrpSpPr>
      <p:grpSpPr>
        <a:xfrm>
          <a:off x="0" y="0"/>
          <a:ext cx="0" cy="0"/>
          <a:chOff x="0" y="0"/>
          <a:chExt cx="0" cy="0"/>
        </a:xfrm>
      </p:grpSpPr>
      <p:pic>
        <p:nvPicPr>
          <p:cNvPr id="36" name="Google Shape;36;p7"/>
          <p:cNvPicPr preferRelativeResize="0"/>
          <p:nvPr/>
        </p:nvPicPr>
        <p:blipFill>
          <a:blip r:embed="rId2">
            <a:alphaModFix/>
          </a:blip>
          <a:stretch>
            <a:fillRect/>
          </a:stretch>
        </p:blipFill>
        <p:spPr>
          <a:xfrm rot="10800000" flipH="1">
            <a:off x="-1" y="-3"/>
            <a:ext cx="9144003" cy="5143501"/>
          </a:xfrm>
          <a:prstGeom prst="rect">
            <a:avLst/>
          </a:prstGeom>
          <a:noFill/>
          <a:ln>
            <a:noFill/>
          </a:ln>
        </p:spPr>
      </p:pic>
      <p:pic>
        <p:nvPicPr>
          <p:cNvPr id="37" name="Google Shape;37;p7"/>
          <p:cNvPicPr preferRelativeResize="0"/>
          <p:nvPr/>
        </p:nvPicPr>
        <p:blipFill>
          <a:blip r:embed="rId3">
            <a:alphaModFix/>
          </a:blip>
          <a:stretch>
            <a:fillRect/>
          </a:stretch>
        </p:blipFill>
        <p:spPr>
          <a:xfrm flipH="1">
            <a:off x="-69474" y="-50175"/>
            <a:ext cx="9263669" cy="5243848"/>
          </a:xfrm>
          <a:prstGeom prst="rect">
            <a:avLst/>
          </a:prstGeom>
          <a:noFill/>
          <a:ln>
            <a:noFill/>
          </a:ln>
        </p:spPr>
      </p:pic>
      <p:sp>
        <p:nvSpPr>
          <p:cNvPr id="38" name="Google Shape;38;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9" name="Google Shape;39;p7"/>
          <p:cNvSpPr txBox="1">
            <a:spLocks noGrp="1"/>
          </p:cNvSpPr>
          <p:nvPr>
            <p:ph type="subTitle" idx="1"/>
          </p:nvPr>
        </p:nvSpPr>
        <p:spPr>
          <a:xfrm>
            <a:off x="2313475" y="1967100"/>
            <a:ext cx="4517100" cy="18189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Open Sans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pic>
        <p:nvPicPr>
          <p:cNvPr id="41" name="Google Shape;41;p8"/>
          <p:cNvPicPr preferRelativeResize="0"/>
          <p:nvPr/>
        </p:nvPicPr>
        <p:blipFill>
          <a:blip r:embed="rId2">
            <a:alphaModFix/>
          </a:blip>
          <a:stretch>
            <a:fillRect/>
          </a:stretch>
        </p:blipFill>
        <p:spPr>
          <a:xfrm>
            <a:off x="-59778" y="-50175"/>
            <a:ext cx="9263677" cy="5243849"/>
          </a:xfrm>
          <a:prstGeom prst="rect">
            <a:avLst/>
          </a:prstGeom>
          <a:noFill/>
          <a:ln>
            <a:noFill/>
          </a:ln>
        </p:spPr>
      </p:pic>
      <p:pic>
        <p:nvPicPr>
          <p:cNvPr id="42" name="Google Shape;42;p8"/>
          <p:cNvPicPr preferRelativeResize="0"/>
          <p:nvPr/>
        </p:nvPicPr>
        <p:blipFill>
          <a:blip r:embed="rId3">
            <a:alphaModFix/>
          </a:blip>
          <a:stretch>
            <a:fillRect/>
          </a:stretch>
        </p:blipFill>
        <p:spPr>
          <a:xfrm flipH="1">
            <a:off x="-69474" y="-50175"/>
            <a:ext cx="9263669" cy="5243848"/>
          </a:xfrm>
          <a:prstGeom prst="rect">
            <a:avLst/>
          </a:prstGeom>
          <a:noFill/>
          <a:ln>
            <a:noFill/>
          </a:ln>
        </p:spPr>
      </p:pic>
      <p:sp>
        <p:nvSpPr>
          <p:cNvPr id="43" name="Google Shape;43;p8"/>
          <p:cNvSpPr txBox="1">
            <a:spLocks noGrp="1"/>
          </p:cNvSpPr>
          <p:nvPr>
            <p:ph type="title"/>
          </p:nvPr>
        </p:nvSpPr>
        <p:spPr>
          <a:xfrm>
            <a:off x="4252200" y="2077875"/>
            <a:ext cx="3887100" cy="21633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pic>
        <p:nvPicPr>
          <p:cNvPr id="45" name="Google Shape;45;p9"/>
          <p:cNvPicPr preferRelativeResize="0"/>
          <p:nvPr/>
        </p:nvPicPr>
        <p:blipFill>
          <a:blip r:embed="rId2">
            <a:alphaModFix/>
          </a:blip>
          <a:stretch>
            <a:fillRect/>
          </a:stretch>
        </p:blipFill>
        <p:spPr>
          <a:xfrm>
            <a:off x="0" y="0"/>
            <a:ext cx="9144003" cy="5143501"/>
          </a:xfrm>
          <a:prstGeom prst="rect">
            <a:avLst/>
          </a:prstGeom>
          <a:noFill/>
          <a:ln>
            <a:noFill/>
          </a:ln>
        </p:spPr>
      </p:pic>
      <p:pic>
        <p:nvPicPr>
          <p:cNvPr id="46" name="Google Shape;46;p9"/>
          <p:cNvPicPr preferRelativeResize="0"/>
          <p:nvPr/>
        </p:nvPicPr>
        <p:blipFill>
          <a:blip r:embed="rId3">
            <a:alphaModFix/>
          </a:blip>
          <a:stretch>
            <a:fillRect/>
          </a:stretch>
        </p:blipFill>
        <p:spPr>
          <a:xfrm rot="10800000">
            <a:off x="-69474" y="-50175"/>
            <a:ext cx="9263669" cy="5243848"/>
          </a:xfrm>
          <a:prstGeom prst="rect">
            <a:avLst/>
          </a:prstGeom>
          <a:noFill/>
          <a:ln>
            <a:noFill/>
          </a:ln>
        </p:spPr>
      </p:pic>
      <p:sp>
        <p:nvSpPr>
          <p:cNvPr id="47" name="Google Shape;47;p9"/>
          <p:cNvSpPr txBox="1">
            <a:spLocks noGrp="1"/>
          </p:cNvSpPr>
          <p:nvPr>
            <p:ph type="title"/>
          </p:nvPr>
        </p:nvSpPr>
        <p:spPr>
          <a:xfrm>
            <a:off x="3058225" y="1604325"/>
            <a:ext cx="5351400" cy="1187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8" name="Google Shape;48;p9"/>
          <p:cNvSpPr txBox="1">
            <a:spLocks noGrp="1"/>
          </p:cNvSpPr>
          <p:nvPr>
            <p:ph type="subTitle" idx="1"/>
          </p:nvPr>
        </p:nvSpPr>
        <p:spPr>
          <a:xfrm>
            <a:off x="3058225" y="2794875"/>
            <a:ext cx="5351400" cy="74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a:spLocks noGrp="1"/>
          </p:cNvSpPr>
          <p:nvPr>
            <p:ph type="pic" idx="2"/>
          </p:nvPr>
        </p:nvSpPr>
        <p:spPr>
          <a:xfrm>
            <a:off x="0" y="0"/>
            <a:ext cx="9144000" cy="5143500"/>
          </a:xfrm>
          <a:prstGeom prst="rect">
            <a:avLst/>
          </a:prstGeom>
          <a:noFill/>
          <a:ln>
            <a:noFill/>
          </a:ln>
        </p:spPr>
      </p:sp>
      <p:sp>
        <p:nvSpPr>
          <p:cNvPr id="51" name="Google Shape;51;p10"/>
          <p:cNvSpPr txBox="1">
            <a:spLocks noGrp="1"/>
          </p:cNvSpPr>
          <p:nvPr>
            <p:ph type="title"/>
          </p:nvPr>
        </p:nvSpPr>
        <p:spPr>
          <a:xfrm>
            <a:off x="1275150" y="3885075"/>
            <a:ext cx="6593700" cy="4857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pic>
        <p:nvPicPr>
          <p:cNvPr id="53" name="Google Shape;53;p11"/>
          <p:cNvPicPr preferRelativeResize="0"/>
          <p:nvPr/>
        </p:nvPicPr>
        <p:blipFill>
          <a:blip r:embed="rId2">
            <a:alphaModFix/>
          </a:blip>
          <a:stretch>
            <a:fillRect/>
          </a:stretch>
        </p:blipFill>
        <p:spPr>
          <a:xfrm flipH="1">
            <a:off x="-69474" y="-50175"/>
            <a:ext cx="9263677" cy="5243849"/>
          </a:xfrm>
          <a:prstGeom prst="rect">
            <a:avLst/>
          </a:prstGeom>
          <a:noFill/>
          <a:ln>
            <a:noFill/>
          </a:ln>
        </p:spPr>
      </p:pic>
      <p:pic>
        <p:nvPicPr>
          <p:cNvPr id="54" name="Google Shape;54;p11"/>
          <p:cNvPicPr preferRelativeResize="0"/>
          <p:nvPr/>
        </p:nvPicPr>
        <p:blipFill>
          <a:blip r:embed="rId3">
            <a:alphaModFix/>
          </a:blip>
          <a:stretch>
            <a:fillRect/>
          </a:stretch>
        </p:blipFill>
        <p:spPr>
          <a:xfrm>
            <a:off x="-59770" y="-50175"/>
            <a:ext cx="9263669" cy="5243848"/>
          </a:xfrm>
          <a:prstGeom prst="rect">
            <a:avLst/>
          </a:prstGeom>
          <a:noFill/>
          <a:ln>
            <a:noFill/>
          </a:ln>
        </p:spPr>
      </p:pic>
      <p:sp>
        <p:nvSpPr>
          <p:cNvPr id="55" name="Google Shape;55;p11"/>
          <p:cNvSpPr txBox="1">
            <a:spLocks noGrp="1"/>
          </p:cNvSpPr>
          <p:nvPr>
            <p:ph type="title" hasCustomPrompt="1"/>
          </p:nvPr>
        </p:nvSpPr>
        <p:spPr>
          <a:xfrm>
            <a:off x="713225" y="2318000"/>
            <a:ext cx="4740000" cy="1045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9600"/>
              <a:buNone/>
              <a:defRPr sz="6000">
                <a:solidFill>
                  <a:schemeClr val="dk2"/>
                </a:solidFill>
              </a:defRPr>
            </a:lvl1pPr>
            <a:lvl2pPr lvl="1" algn="ctr" rtl="0">
              <a:spcBef>
                <a:spcPts val="0"/>
              </a:spcBef>
              <a:spcAft>
                <a:spcPts val="0"/>
              </a:spcAft>
              <a:buClr>
                <a:schemeClr val="dk2"/>
              </a:buClr>
              <a:buSzPts val="9600"/>
              <a:buNone/>
              <a:defRPr sz="9600">
                <a:solidFill>
                  <a:schemeClr val="dk2"/>
                </a:solidFill>
              </a:defRPr>
            </a:lvl2pPr>
            <a:lvl3pPr lvl="2" algn="ctr" rtl="0">
              <a:spcBef>
                <a:spcPts val="0"/>
              </a:spcBef>
              <a:spcAft>
                <a:spcPts val="0"/>
              </a:spcAft>
              <a:buClr>
                <a:schemeClr val="dk2"/>
              </a:buClr>
              <a:buSzPts val="9600"/>
              <a:buNone/>
              <a:defRPr sz="9600">
                <a:solidFill>
                  <a:schemeClr val="dk2"/>
                </a:solidFill>
              </a:defRPr>
            </a:lvl3pPr>
            <a:lvl4pPr lvl="3" algn="ctr" rtl="0">
              <a:spcBef>
                <a:spcPts val="0"/>
              </a:spcBef>
              <a:spcAft>
                <a:spcPts val="0"/>
              </a:spcAft>
              <a:buClr>
                <a:schemeClr val="dk2"/>
              </a:buClr>
              <a:buSzPts val="9600"/>
              <a:buNone/>
              <a:defRPr sz="9600">
                <a:solidFill>
                  <a:schemeClr val="dk2"/>
                </a:solidFill>
              </a:defRPr>
            </a:lvl4pPr>
            <a:lvl5pPr lvl="4" algn="ctr" rtl="0">
              <a:spcBef>
                <a:spcPts val="0"/>
              </a:spcBef>
              <a:spcAft>
                <a:spcPts val="0"/>
              </a:spcAft>
              <a:buClr>
                <a:schemeClr val="dk2"/>
              </a:buClr>
              <a:buSzPts val="9600"/>
              <a:buNone/>
              <a:defRPr sz="9600">
                <a:solidFill>
                  <a:schemeClr val="dk2"/>
                </a:solidFill>
              </a:defRPr>
            </a:lvl5pPr>
            <a:lvl6pPr lvl="5" algn="ctr" rtl="0">
              <a:spcBef>
                <a:spcPts val="0"/>
              </a:spcBef>
              <a:spcAft>
                <a:spcPts val="0"/>
              </a:spcAft>
              <a:buClr>
                <a:schemeClr val="dk2"/>
              </a:buClr>
              <a:buSzPts val="9600"/>
              <a:buNone/>
              <a:defRPr sz="9600">
                <a:solidFill>
                  <a:schemeClr val="dk2"/>
                </a:solidFill>
              </a:defRPr>
            </a:lvl6pPr>
            <a:lvl7pPr lvl="6" algn="ctr" rtl="0">
              <a:spcBef>
                <a:spcPts val="0"/>
              </a:spcBef>
              <a:spcAft>
                <a:spcPts val="0"/>
              </a:spcAft>
              <a:buClr>
                <a:schemeClr val="dk2"/>
              </a:buClr>
              <a:buSzPts val="9600"/>
              <a:buNone/>
              <a:defRPr sz="9600">
                <a:solidFill>
                  <a:schemeClr val="dk2"/>
                </a:solidFill>
              </a:defRPr>
            </a:lvl7pPr>
            <a:lvl8pPr lvl="7" algn="ctr" rtl="0">
              <a:spcBef>
                <a:spcPts val="0"/>
              </a:spcBef>
              <a:spcAft>
                <a:spcPts val="0"/>
              </a:spcAft>
              <a:buClr>
                <a:schemeClr val="dk2"/>
              </a:buClr>
              <a:buSzPts val="9600"/>
              <a:buNone/>
              <a:defRPr sz="9600">
                <a:solidFill>
                  <a:schemeClr val="dk2"/>
                </a:solidFill>
              </a:defRPr>
            </a:lvl8pPr>
            <a:lvl9pPr lvl="8" algn="ctr" rtl="0">
              <a:spcBef>
                <a:spcPts val="0"/>
              </a:spcBef>
              <a:spcAft>
                <a:spcPts val="0"/>
              </a:spcAft>
              <a:buClr>
                <a:schemeClr val="dk2"/>
              </a:buClr>
              <a:buSzPts val="9600"/>
              <a:buNone/>
              <a:defRPr sz="9600">
                <a:solidFill>
                  <a:schemeClr val="dk2"/>
                </a:solidFill>
              </a:defRPr>
            </a:lvl9pPr>
          </a:lstStyle>
          <a:p>
            <a:r>
              <a:t>xx%</a:t>
            </a:r>
          </a:p>
        </p:txBody>
      </p:sp>
      <p:sp>
        <p:nvSpPr>
          <p:cNvPr id="56" name="Google Shape;56;p11"/>
          <p:cNvSpPr txBox="1">
            <a:spLocks noGrp="1"/>
          </p:cNvSpPr>
          <p:nvPr>
            <p:ph type="subTitle" idx="1"/>
          </p:nvPr>
        </p:nvSpPr>
        <p:spPr>
          <a:xfrm>
            <a:off x="713225" y="3484175"/>
            <a:ext cx="2541900" cy="723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5"/>
        </a:solidFill>
        <a:effectLst/>
      </p:bgPr>
    </p:bg>
    <p:spTree>
      <p:nvGrpSpPr>
        <p:cNvPr id="1" name="Shape 5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8"/>
        <p:cNvGrpSpPr/>
        <p:nvPr/>
      </p:nvGrpSpPr>
      <p:grpSpPr>
        <a:xfrm>
          <a:off x="0" y="0"/>
          <a:ext cx="0" cy="0"/>
          <a:chOff x="0" y="0"/>
          <a:chExt cx="0" cy="0"/>
        </a:xfrm>
      </p:grpSpPr>
      <p:pic>
        <p:nvPicPr>
          <p:cNvPr id="59" name="Google Shape;59;p13"/>
          <p:cNvPicPr preferRelativeResize="0"/>
          <p:nvPr/>
        </p:nvPicPr>
        <p:blipFill>
          <a:blip r:embed="rId2">
            <a:alphaModFix/>
          </a:blip>
          <a:stretch>
            <a:fillRect/>
          </a:stretch>
        </p:blipFill>
        <p:spPr>
          <a:xfrm>
            <a:off x="-69475" y="-50900"/>
            <a:ext cx="9263677" cy="5243849"/>
          </a:xfrm>
          <a:prstGeom prst="rect">
            <a:avLst/>
          </a:prstGeom>
          <a:noFill/>
          <a:ln>
            <a:noFill/>
          </a:ln>
        </p:spPr>
      </p:pic>
      <p:pic>
        <p:nvPicPr>
          <p:cNvPr id="60" name="Google Shape;60;p13"/>
          <p:cNvPicPr preferRelativeResize="0"/>
          <p:nvPr/>
        </p:nvPicPr>
        <p:blipFill>
          <a:blip r:embed="rId3">
            <a:alphaModFix/>
          </a:blip>
          <a:stretch>
            <a:fillRect/>
          </a:stretch>
        </p:blipFill>
        <p:spPr>
          <a:xfrm>
            <a:off x="-69474" y="-50175"/>
            <a:ext cx="9263669" cy="5243848"/>
          </a:xfrm>
          <a:prstGeom prst="rect">
            <a:avLst/>
          </a:prstGeom>
          <a:noFill/>
          <a:ln>
            <a:noFill/>
          </a:ln>
        </p:spPr>
      </p:pic>
      <p:sp>
        <p:nvSpPr>
          <p:cNvPr id="61" name="Google Shape;6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2" name="Google Shape;62;p13"/>
          <p:cNvSpPr txBox="1">
            <a:spLocks noGrp="1"/>
          </p:cNvSpPr>
          <p:nvPr>
            <p:ph type="title" idx="2" hasCustomPrompt="1"/>
          </p:nvPr>
        </p:nvSpPr>
        <p:spPr>
          <a:xfrm>
            <a:off x="720000" y="183667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a:spLocks noGrp="1"/>
          </p:cNvSpPr>
          <p:nvPr>
            <p:ph type="title" idx="3" hasCustomPrompt="1"/>
          </p:nvPr>
        </p:nvSpPr>
        <p:spPr>
          <a:xfrm>
            <a:off x="720000" y="32536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a:spLocks noGrp="1"/>
          </p:cNvSpPr>
          <p:nvPr>
            <p:ph type="title" idx="4" hasCustomPrompt="1"/>
          </p:nvPr>
        </p:nvSpPr>
        <p:spPr>
          <a:xfrm>
            <a:off x="3419246" y="183667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a:spLocks noGrp="1"/>
          </p:cNvSpPr>
          <p:nvPr>
            <p:ph type="title" idx="5" hasCustomPrompt="1"/>
          </p:nvPr>
        </p:nvSpPr>
        <p:spPr>
          <a:xfrm>
            <a:off x="3419246" y="32536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a:spLocks noGrp="1"/>
          </p:cNvSpPr>
          <p:nvPr>
            <p:ph type="title" idx="6" hasCustomPrompt="1"/>
          </p:nvPr>
        </p:nvSpPr>
        <p:spPr>
          <a:xfrm>
            <a:off x="6118500" y="183667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a:spLocks noGrp="1"/>
          </p:cNvSpPr>
          <p:nvPr>
            <p:ph type="title" idx="7" hasCustomPrompt="1"/>
          </p:nvPr>
        </p:nvSpPr>
        <p:spPr>
          <a:xfrm>
            <a:off x="6118499" y="32536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 name="Google Shape;68;p13"/>
          <p:cNvSpPr txBox="1">
            <a:spLocks noGrp="1"/>
          </p:cNvSpPr>
          <p:nvPr>
            <p:ph type="subTitle" idx="1"/>
          </p:nvPr>
        </p:nvSpPr>
        <p:spPr>
          <a:xfrm>
            <a:off x="720000" y="2278462"/>
            <a:ext cx="2305500" cy="4848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20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9" name="Google Shape;69;p13"/>
          <p:cNvSpPr txBox="1">
            <a:spLocks noGrp="1"/>
          </p:cNvSpPr>
          <p:nvPr>
            <p:ph type="subTitle" idx="8"/>
          </p:nvPr>
        </p:nvSpPr>
        <p:spPr>
          <a:xfrm>
            <a:off x="3419246" y="2278462"/>
            <a:ext cx="2305500" cy="4848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20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0" name="Google Shape;70;p13"/>
          <p:cNvSpPr txBox="1">
            <a:spLocks noGrp="1"/>
          </p:cNvSpPr>
          <p:nvPr>
            <p:ph type="subTitle" idx="9"/>
          </p:nvPr>
        </p:nvSpPr>
        <p:spPr>
          <a:xfrm>
            <a:off x="6118499" y="2278462"/>
            <a:ext cx="2305500" cy="4848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20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1" name="Google Shape;71;p13"/>
          <p:cNvSpPr txBox="1">
            <a:spLocks noGrp="1"/>
          </p:cNvSpPr>
          <p:nvPr>
            <p:ph type="subTitle" idx="13"/>
          </p:nvPr>
        </p:nvSpPr>
        <p:spPr>
          <a:xfrm>
            <a:off x="720000" y="3570400"/>
            <a:ext cx="2305500" cy="4848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20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2" name="Google Shape;72;p13"/>
          <p:cNvSpPr txBox="1">
            <a:spLocks noGrp="1"/>
          </p:cNvSpPr>
          <p:nvPr>
            <p:ph type="subTitle" idx="14"/>
          </p:nvPr>
        </p:nvSpPr>
        <p:spPr>
          <a:xfrm>
            <a:off x="3419246" y="3570400"/>
            <a:ext cx="2305500" cy="4848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20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3" name="Google Shape;73;p13"/>
          <p:cNvSpPr txBox="1">
            <a:spLocks noGrp="1"/>
          </p:cNvSpPr>
          <p:nvPr>
            <p:ph type="subTitle" idx="15"/>
          </p:nvPr>
        </p:nvSpPr>
        <p:spPr>
          <a:xfrm>
            <a:off x="6118499" y="3570400"/>
            <a:ext cx="2305500" cy="4848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20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74"/>
        <p:cNvGrpSpPr/>
        <p:nvPr/>
      </p:nvGrpSpPr>
      <p:grpSpPr>
        <a:xfrm>
          <a:off x="0" y="0"/>
          <a:ext cx="0" cy="0"/>
          <a:chOff x="0" y="0"/>
          <a:chExt cx="0" cy="0"/>
        </a:xfrm>
      </p:grpSpPr>
      <p:pic>
        <p:nvPicPr>
          <p:cNvPr id="75" name="Google Shape;75;p14"/>
          <p:cNvPicPr preferRelativeResize="0"/>
          <p:nvPr/>
        </p:nvPicPr>
        <p:blipFill>
          <a:blip r:embed="rId2">
            <a:alphaModFix/>
          </a:blip>
          <a:stretch>
            <a:fillRect/>
          </a:stretch>
        </p:blipFill>
        <p:spPr>
          <a:xfrm>
            <a:off x="-1" y="0"/>
            <a:ext cx="9144003" cy="5143501"/>
          </a:xfrm>
          <a:prstGeom prst="rect">
            <a:avLst/>
          </a:prstGeom>
          <a:noFill/>
          <a:ln>
            <a:noFill/>
          </a:ln>
        </p:spPr>
      </p:pic>
      <p:pic>
        <p:nvPicPr>
          <p:cNvPr id="76" name="Google Shape;76;p14"/>
          <p:cNvPicPr preferRelativeResize="0"/>
          <p:nvPr/>
        </p:nvPicPr>
        <p:blipFill>
          <a:blip r:embed="rId3">
            <a:alphaModFix/>
          </a:blip>
          <a:stretch>
            <a:fillRect/>
          </a:stretch>
        </p:blipFill>
        <p:spPr>
          <a:xfrm rot="10800000">
            <a:off x="-69474" y="-50175"/>
            <a:ext cx="9263669" cy="5243848"/>
          </a:xfrm>
          <a:prstGeom prst="rect">
            <a:avLst/>
          </a:prstGeom>
          <a:noFill/>
          <a:ln>
            <a:noFill/>
          </a:ln>
        </p:spPr>
      </p:pic>
      <p:sp>
        <p:nvSpPr>
          <p:cNvPr id="77" name="Google Shape;77;p14"/>
          <p:cNvSpPr txBox="1">
            <a:spLocks noGrp="1"/>
          </p:cNvSpPr>
          <p:nvPr>
            <p:ph type="title"/>
          </p:nvPr>
        </p:nvSpPr>
        <p:spPr>
          <a:xfrm>
            <a:off x="3178375" y="3315775"/>
            <a:ext cx="5252400" cy="532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8" name="Google Shape;78;p14"/>
          <p:cNvSpPr txBox="1">
            <a:spLocks noGrp="1"/>
          </p:cNvSpPr>
          <p:nvPr>
            <p:ph type="subTitle" idx="1"/>
          </p:nvPr>
        </p:nvSpPr>
        <p:spPr>
          <a:xfrm>
            <a:off x="3178375" y="1295225"/>
            <a:ext cx="5252400" cy="2020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79"/>
        <p:cNvGrpSpPr/>
        <p:nvPr/>
      </p:nvGrpSpPr>
      <p:grpSpPr>
        <a:xfrm>
          <a:off x="0" y="0"/>
          <a:ext cx="0" cy="0"/>
          <a:chOff x="0" y="0"/>
          <a:chExt cx="0" cy="0"/>
        </a:xfrm>
      </p:grpSpPr>
      <p:pic>
        <p:nvPicPr>
          <p:cNvPr id="80" name="Google Shape;80;p15"/>
          <p:cNvPicPr preferRelativeResize="0"/>
          <p:nvPr/>
        </p:nvPicPr>
        <p:blipFill>
          <a:blip r:embed="rId2">
            <a:alphaModFix/>
          </a:blip>
          <a:stretch>
            <a:fillRect/>
          </a:stretch>
        </p:blipFill>
        <p:spPr>
          <a:xfrm>
            <a:off x="-24775" y="-41275"/>
            <a:ext cx="9217377" cy="5184775"/>
          </a:xfrm>
          <a:prstGeom prst="rect">
            <a:avLst/>
          </a:prstGeom>
          <a:noFill/>
          <a:ln>
            <a:noFill/>
          </a:ln>
        </p:spPr>
      </p:pic>
      <p:pic>
        <p:nvPicPr>
          <p:cNvPr id="81" name="Google Shape;81;p15"/>
          <p:cNvPicPr preferRelativeResize="0"/>
          <p:nvPr/>
        </p:nvPicPr>
        <p:blipFill>
          <a:blip r:embed="rId3">
            <a:alphaModFix/>
          </a:blip>
          <a:stretch>
            <a:fillRect/>
          </a:stretch>
        </p:blipFill>
        <p:spPr>
          <a:xfrm rot="10800000">
            <a:off x="-59835" y="-50174"/>
            <a:ext cx="9263669" cy="5243848"/>
          </a:xfrm>
          <a:prstGeom prst="rect">
            <a:avLst/>
          </a:prstGeom>
          <a:noFill/>
          <a:ln>
            <a:noFill/>
          </a:ln>
        </p:spPr>
      </p:pic>
      <p:sp>
        <p:nvSpPr>
          <p:cNvPr id="82" name="Google Shape;82;p15"/>
          <p:cNvSpPr txBox="1">
            <a:spLocks noGrp="1"/>
          </p:cNvSpPr>
          <p:nvPr>
            <p:ph type="title"/>
          </p:nvPr>
        </p:nvSpPr>
        <p:spPr>
          <a:xfrm>
            <a:off x="4534800" y="2425500"/>
            <a:ext cx="3342600" cy="1383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3" name="Google Shape;83;p15"/>
          <p:cNvSpPr txBox="1">
            <a:spLocks noGrp="1"/>
          </p:cNvSpPr>
          <p:nvPr>
            <p:ph type="title" idx="2" hasCustomPrompt="1"/>
          </p:nvPr>
        </p:nvSpPr>
        <p:spPr>
          <a:xfrm>
            <a:off x="6455400" y="1334400"/>
            <a:ext cx="1422000" cy="1091100"/>
          </a:xfrm>
          <a:prstGeom prst="rect">
            <a:avLst/>
          </a:prstGeom>
          <a:noFill/>
        </p:spPr>
        <p:txBody>
          <a:bodyPr spcFirstLastPara="1" wrap="square" lIns="91425" tIns="91425" rIns="91425" bIns="91425" anchor="b" anchorCtr="0">
            <a:noAutofit/>
          </a:bodyPr>
          <a:lstStyle>
            <a:lvl1pPr lvl="0" algn="r"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84"/>
        <p:cNvGrpSpPr/>
        <p:nvPr/>
      </p:nvGrpSpPr>
      <p:grpSpPr>
        <a:xfrm>
          <a:off x="0" y="0"/>
          <a:ext cx="0" cy="0"/>
          <a:chOff x="0" y="0"/>
          <a:chExt cx="0" cy="0"/>
        </a:xfrm>
      </p:grpSpPr>
      <p:pic>
        <p:nvPicPr>
          <p:cNvPr id="85" name="Google Shape;85;p16"/>
          <p:cNvPicPr preferRelativeResize="0"/>
          <p:nvPr/>
        </p:nvPicPr>
        <p:blipFill>
          <a:blip r:embed="rId2">
            <a:alphaModFix/>
          </a:blip>
          <a:stretch>
            <a:fillRect/>
          </a:stretch>
        </p:blipFill>
        <p:spPr>
          <a:xfrm rot="10800000">
            <a:off x="-1" y="-3"/>
            <a:ext cx="9144003" cy="5143501"/>
          </a:xfrm>
          <a:prstGeom prst="rect">
            <a:avLst/>
          </a:prstGeom>
          <a:noFill/>
          <a:ln>
            <a:noFill/>
          </a:ln>
        </p:spPr>
      </p:pic>
      <p:pic>
        <p:nvPicPr>
          <p:cNvPr id="86" name="Google Shape;86;p16"/>
          <p:cNvPicPr preferRelativeResize="0"/>
          <p:nvPr/>
        </p:nvPicPr>
        <p:blipFill>
          <a:blip r:embed="rId3">
            <a:alphaModFix/>
          </a:blip>
          <a:stretch>
            <a:fillRect/>
          </a:stretch>
        </p:blipFill>
        <p:spPr>
          <a:xfrm flipH="1">
            <a:off x="1" y="-50175"/>
            <a:ext cx="9263669" cy="5243848"/>
          </a:xfrm>
          <a:prstGeom prst="rect">
            <a:avLst/>
          </a:prstGeom>
          <a:noFill/>
          <a:ln>
            <a:noFill/>
          </a:ln>
        </p:spPr>
      </p:pic>
      <p:sp>
        <p:nvSpPr>
          <p:cNvPr id="87" name="Google Shape;87;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88"/>
        <p:cNvGrpSpPr/>
        <p:nvPr/>
      </p:nvGrpSpPr>
      <p:grpSpPr>
        <a:xfrm>
          <a:off x="0" y="0"/>
          <a:ext cx="0" cy="0"/>
          <a:chOff x="0" y="0"/>
          <a:chExt cx="0" cy="0"/>
        </a:xfrm>
      </p:grpSpPr>
      <p:pic>
        <p:nvPicPr>
          <p:cNvPr id="89" name="Google Shape;89;p17"/>
          <p:cNvPicPr preferRelativeResize="0"/>
          <p:nvPr/>
        </p:nvPicPr>
        <p:blipFill>
          <a:blip r:embed="rId2">
            <a:alphaModFix/>
          </a:blip>
          <a:stretch>
            <a:fillRect/>
          </a:stretch>
        </p:blipFill>
        <p:spPr>
          <a:xfrm rot="10800000">
            <a:off x="-19280" y="0"/>
            <a:ext cx="9144003" cy="5143501"/>
          </a:xfrm>
          <a:prstGeom prst="rect">
            <a:avLst/>
          </a:prstGeom>
          <a:noFill/>
          <a:ln>
            <a:noFill/>
          </a:ln>
        </p:spPr>
      </p:pic>
      <p:pic>
        <p:nvPicPr>
          <p:cNvPr id="90" name="Google Shape;90;p17"/>
          <p:cNvPicPr preferRelativeResize="0"/>
          <p:nvPr/>
        </p:nvPicPr>
        <p:blipFill>
          <a:blip r:embed="rId3">
            <a:alphaModFix/>
          </a:blip>
          <a:stretch>
            <a:fillRect/>
          </a:stretch>
        </p:blipFill>
        <p:spPr>
          <a:xfrm rot="10800000" flipH="1">
            <a:off x="-79111" y="-50175"/>
            <a:ext cx="9263669" cy="5243848"/>
          </a:xfrm>
          <a:prstGeom prst="rect">
            <a:avLst/>
          </a:prstGeom>
          <a:noFill/>
          <a:ln>
            <a:noFill/>
          </a:ln>
        </p:spPr>
      </p:pic>
      <p:sp>
        <p:nvSpPr>
          <p:cNvPr id="91" name="Google Shape;9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92"/>
        <p:cNvGrpSpPr/>
        <p:nvPr/>
      </p:nvGrpSpPr>
      <p:grpSpPr>
        <a:xfrm>
          <a:off x="0" y="0"/>
          <a:ext cx="0" cy="0"/>
          <a:chOff x="0" y="0"/>
          <a:chExt cx="0" cy="0"/>
        </a:xfrm>
      </p:grpSpPr>
      <p:pic>
        <p:nvPicPr>
          <p:cNvPr id="93" name="Google Shape;93;p18"/>
          <p:cNvPicPr preferRelativeResize="0"/>
          <p:nvPr/>
        </p:nvPicPr>
        <p:blipFill>
          <a:blip r:embed="rId2">
            <a:alphaModFix/>
          </a:blip>
          <a:stretch>
            <a:fillRect/>
          </a:stretch>
        </p:blipFill>
        <p:spPr>
          <a:xfrm flipH="1">
            <a:off x="-69475" y="-50900"/>
            <a:ext cx="9263677" cy="5243849"/>
          </a:xfrm>
          <a:prstGeom prst="rect">
            <a:avLst/>
          </a:prstGeom>
          <a:noFill/>
          <a:ln>
            <a:noFill/>
          </a:ln>
        </p:spPr>
      </p:pic>
      <p:pic>
        <p:nvPicPr>
          <p:cNvPr id="94" name="Google Shape;94;p18"/>
          <p:cNvPicPr preferRelativeResize="0"/>
          <p:nvPr/>
        </p:nvPicPr>
        <p:blipFill>
          <a:blip r:embed="rId3">
            <a:alphaModFix/>
          </a:blip>
          <a:stretch>
            <a:fillRect/>
          </a:stretch>
        </p:blipFill>
        <p:spPr>
          <a:xfrm flipH="1">
            <a:off x="-69468" y="-50175"/>
            <a:ext cx="9263669" cy="5243848"/>
          </a:xfrm>
          <a:prstGeom prst="rect">
            <a:avLst/>
          </a:prstGeom>
          <a:noFill/>
          <a:ln>
            <a:noFill/>
          </a:ln>
        </p:spPr>
      </p:pic>
      <p:sp>
        <p:nvSpPr>
          <p:cNvPr id="95" name="Google Shape;95;p18"/>
          <p:cNvSpPr txBox="1">
            <a:spLocks noGrp="1"/>
          </p:cNvSpPr>
          <p:nvPr>
            <p:ph type="title"/>
          </p:nvPr>
        </p:nvSpPr>
        <p:spPr>
          <a:xfrm>
            <a:off x="4898550" y="1139850"/>
            <a:ext cx="2961000" cy="1928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6" name="Google Shape;96;p18"/>
          <p:cNvSpPr txBox="1">
            <a:spLocks noGrp="1"/>
          </p:cNvSpPr>
          <p:nvPr>
            <p:ph type="subTitle" idx="1"/>
          </p:nvPr>
        </p:nvSpPr>
        <p:spPr>
          <a:xfrm>
            <a:off x="4898550" y="3068250"/>
            <a:ext cx="2961000" cy="935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7" name="Google Shape;97;p18"/>
          <p:cNvSpPr>
            <a:spLocks noGrp="1"/>
          </p:cNvSpPr>
          <p:nvPr>
            <p:ph type="pic" idx="2"/>
          </p:nvPr>
        </p:nvSpPr>
        <p:spPr>
          <a:xfrm>
            <a:off x="1284450" y="533863"/>
            <a:ext cx="2910000" cy="40758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98"/>
        <p:cNvGrpSpPr/>
        <p:nvPr/>
      </p:nvGrpSpPr>
      <p:grpSpPr>
        <a:xfrm>
          <a:off x="0" y="0"/>
          <a:ext cx="0" cy="0"/>
          <a:chOff x="0" y="0"/>
          <a:chExt cx="0" cy="0"/>
        </a:xfrm>
      </p:grpSpPr>
      <p:pic>
        <p:nvPicPr>
          <p:cNvPr id="99" name="Google Shape;99;p19"/>
          <p:cNvPicPr preferRelativeResize="0"/>
          <p:nvPr/>
        </p:nvPicPr>
        <p:blipFill>
          <a:blip r:embed="rId2">
            <a:alphaModFix/>
          </a:blip>
          <a:stretch>
            <a:fillRect/>
          </a:stretch>
        </p:blipFill>
        <p:spPr>
          <a:xfrm>
            <a:off x="0" y="0"/>
            <a:ext cx="9144003" cy="5143501"/>
          </a:xfrm>
          <a:prstGeom prst="rect">
            <a:avLst/>
          </a:prstGeom>
          <a:noFill/>
          <a:ln>
            <a:noFill/>
          </a:ln>
        </p:spPr>
      </p:pic>
      <p:pic>
        <p:nvPicPr>
          <p:cNvPr id="100" name="Google Shape;100;p19"/>
          <p:cNvPicPr preferRelativeResize="0"/>
          <p:nvPr/>
        </p:nvPicPr>
        <p:blipFill>
          <a:blip r:embed="rId3">
            <a:alphaModFix/>
          </a:blip>
          <a:stretch>
            <a:fillRect/>
          </a:stretch>
        </p:blipFill>
        <p:spPr>
          <a:xfrm rot="10800000">
            <a:off x="-69474" y="-50175"/>
            <a:ext cx="9263669" cy="5243848"/>
          </a:xfrm>
          <a:prstGeom prst="rect">
            <a:avLst/>
          </a:prstGeom>
          <a:noFill/>
          <a:ln>
            <a:noFill/>
          </a:ln>
        </p:spPr>
      </p:pic>
      <p:sp>
        <p:nvSpPr>
          <p:cNvPr id="101" name="Google Shape;101;p19"/>
          <p:cNvSpPr txBox="1">
            <a:spLocks noGrp="1"/>
          </p:cNvSpPr>
          <p:nvPr>
            <p:ph type="title"/>
          </p:nvPr>
        </p:nvSpPr>
        <p:spPr>
          <a:xfrm>
            <a:off x="2796450" y="2875325"/>
            <a:ext cx="3551100" cy="762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2" name="Google Shape;102;p19"/>
          <p:cNvSpPr txBox="1">
            <a:spLocks noGrp="1"/>
          </p:cNvSpPr>
          <p:nvPr>
            <p:ph type="subTitle" idx="1"/>
          </p:nvPr>
        </p:nvSpPr>
        <p:spPr>
          <a:xfrm>
            <a:off x="2796450" y="3637325"/>
            <a:ext cx="3551100" cy="7620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03"/>
        <p:cNvGrpSpPr/>
        <p:nvPr/>
      </p:nvGrpSpPr>
      <p:grpSpPr>
        <a:xfrm>
          <a:off x="0" y="0"/>
          <a:ext cx="0" cy="0"/>
          <a:chOff x="0" y="0"/>
          <a:chExt cx="0" cy="0"/>
        </a:xfrm>
      </p:grpSpPr>
      <p:pic>
        <p:nvPicPr>
          <p:cNvPr id="104" name="Google Shape;104;p20"/>
          <p:cNvPicPr preferRelativeResize="0"/>
          <p:nvPr/>
        </p:nvPicPr>
        <p:blipFill>
          <a:blip r:embed="rId2">
            <a:alphaModFix/>
          </a:blip>
          <a:stretch>
            <a:fillRect/>
          </a:stretch>
        </p:blipFill>
        <p:spPr>
          <a:xfrm>
            <a:off x="-59778" y="-50175"/>
            <a:ext cx="9263677" cy="5243849"/>
          </a:xfrm>
          <a:prstGeom prst="rect">
            <a:avLst/>
          </a:prstGeom>
          <a:noFill/>
          <a:ln>
            <a:noFill/>
          </a:ln>
        </p:spPr>
      </p:pic>
      <p:pic>
        <p:nvPicPr>
          <p:cNvPr id="105" name="Google Shape;105;p20"/>
          <p:cNvPicPr preferRelativeResize="0"/>
          <p:nvPr/>
        </p:nvPicPr>
        <p:blipFill>
          <a:blip r:embed="rId3">
            <a:alphaModFix/>
          </a:blip>
          <a:stretch>
            <a:fillRect/>
          </a:stretch>
        </p:blipFill>
        <p:spPr>
          <a:xfrm flipH="1">
            <a:off x="-69474" y="-50175"/>
            <a:ext cx="9263669" cy="5243848"/>
          </a:xfrm>
          <a:prstGeom prst="rect">
            <a:avLst/>
          </a:prstGeom>
          <a:noFill/>
          <a:ln>
            <a:noFill/>
          </a:ln>
        </p:spPr>
      </p:pic>
      <p:sp>
        <p:nvSpPr>
          <p:cNvPr id="106" name="Google Shape;106;p20"/>
          <p:cNvSpPr txBox="1">
            <a:spLocks noGrp="1"/>
          </p:cNvSpPr>
          <p:nvPr>
            <p:ph type="title"/>
          </p:nvPr>
        </p:nvSpPr>
        <p:spPr>
          <a:xfrm>
            <a:off x="1227335" y="1857475"/>
            <a:ext cx="3457200" cy="716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7" name="Google Shape;107;p20"/>
          <p:cNvSpPr txBox="1">
            <a:spLocks noGrp="1"/>
          </p:cNvSpPr>
          <p:nvPr>
            <p:ph type="subTitle" idx="1"/>
          </p:nvPr>
        </p:nvSpPr>
        <p:spPr>
          <a:xfrm>
            <a:off x="1227335" y="2569925"/>
            <a:ext cx="3457200" cy="716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108"/>
        <p:cNvGrpSpPr/>
        <p:nvPr/>
      </p:nvGrpSpPr>
      <p:grpSpPr>
        <a:xfrm>
          <a:off x="0" y="0"/>
          <a:ext cx="0" cy="0"/>
          <a:chOff x="0" y="0"/>
          <a:chExt cx="0" cy="0"/>
        </a:xfrm>
      </p:grpSpPr>
      <p:pic>
        <p:nvPicPr>
          <p:cNvPr id="109" name="Google Shape;109;p21"/>
          <p:cNvPicPr preferRelativeResize="0"/>
          <p:nvPr/>
        </p:nvPicPr>
        <p:blipFill>
          <a:blip r:embed="rId2">
            <a:alphaModFix/>
          </a:blip>
          <a:stretch>
            <a:fillRect/>
          </a:stretch>
        </p:blipFill>
        <p:spPr>
          <a:xfrm flipH="1">
            <a:off x="-19281" y="0"/>
            <a:ext cx="9144003" cy="5143501"/>
          </a:xfrm>
          <a:prstGeom prst="rect">
            <a:avLst/>
          </a:prstGeom>
          <a:noFill/>
          <a:ln>
            <a:noFill/>
          </a:ln>
        </p:spPr>
      </p:pic>
      <p:pic>
        <p:nvPicPr>
          <p:cNvPr id="110" name="Google Shape;110;p21"/>
          <p:cNvPicPr preferRelativeResize="0"/>
          <p:nvPr/>
        </p:nvPicPr>
        <p:blipFill>
          <a:blip r:embed="rId3">
            <a:alphaModFix/>
          </a:blip>
          <a:stretch>
            <a:fillRect/>
          </a:stretch>
        </p:blipFill>
        <p:spPr>
          <a:xfrm rot="10800000" flipH="1">
            <a:off x="-69474" y="-50175"/>
            <a:ext cx="9263669" cy="5243848"/>
          </a:xfrm>
          <a:prstGeom prst="rect">
            <a:avLst/>
          </a:prstGeom>
          <a:noFill/>
          <a:ln>
            <a:noFill/>
          </a:ln>
        </p:spPr>
      </p:pic>
      <p:sp>
        <p:nvSpPr>
          <p:cNvPr id="111" name="Google Shape;111;p21"/>
          <p:cNvSpPr txBox="1">
            <a:spLocks noGrp="1"/>
          </p:cNvSpPr>
          <p:nvPr>
            <p:ph type="title"/>
          </p:nvPr>
        </p:nvSpPr>
        <p:spPr>
          <a:xfrm>
            <a:off x="2372550" y="569300"/>
            <a:ext cx="4398900" cy="609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2" name="Google Shape;112;p21"/>
          <p:cNvSpPr txBox="1">
            <a:spLocks noGrp="1"/>
          </p:cNvSpPr>
          <p:nvPr>
            <p:ph type="subTitle" idx="1"/>
          </p:nvPr>
        </p:nvSpPr>
        <p:spPr>
          <a:xfrm>
            <a:off x="2372550" y="1179025"/>
            <a:ext cx="4398900" cy="49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4">
  <p:cSld name="TITLE_AND_BODY_1">
    <p:spTree>
      <p:nvGrpSpPr>
        <p:cNvPr id="1" name="Shape 113"/>
        <p:cNvGrpSpPr/>
        <p:nvPr/>
      </p:nvGrpSpPr>
      <p:grpSpPr>
        <a:xfrm>
          <a:off x="0" y="0"/>
          <a:ext cx="0" cy="0"/>
          <a:chOff x="0" y="0"/>
          <a:chExt cx="0" cy="0"/>
        </a:xfrm>
      </p:grpSpPr>
      <p:pic>
        <p:nvPicPr>
          <p:cNvPr id="114" name="Google Shape;114;p22"/>
          <p:cNvPicPr preferRelativeResize="0"/>
          <p:nvPr/>
        </p:nvPicPr>
        <p:blipFill>
          <a:blip r:embed="rId2">
            <a:alphaModFix/>
          </a:blip>
          <a:stretch>
            <a:fillRect/>
          </a:stretch>
        </p:blipFill>
        <p:spPr>
          <a:xfrm flipH="1">
            <a:off x="-19280" y="0"/>
            <a:ext cx="9144003" cy="5143501"/>
          </a:xfrm>
          <a:prstGeom prst="rect">
            <a:avLst/>
          </a:prstGeom>
          <a:noFill/>
          <a:ln>
            <a:noFill/>
          </a:ln>
        </p:spPr>
      </p:pic>
      <p:pic>
        <p:nvPicPr>
          <p:cNvPr id="115" name="Google Shape;115;p22"/>
          <p:cNvPicPr preferRelativeResize="0"/>
          <p:nvPr/>
        </p:nvPicPr>
        <p:blipFill>
          <a:blip r:embed="rId3">
            <a:alphaModFix/>
          </a:blip>
          <a:stretch>
            <a:fillRect/>
          </a:stretch>
        </p:blipFill>
        <p:spPr>
          <a:xfrm rot="10800000" flipH="1">
            <a:off x="-69474" y="-50175"/>
            <a:ext cx="9263669" cy="5243848"/>
          </a:xfrm>
          <a:prstGeom prst="rect">
            <a:avLst/>
          </a:prstGeom>
          <a:noFill/>
          <a:ln>
            <a:noFill/>
          </a:ln>
        </p:spPr>
      </p:pic>
      <p:sp>
        <p:nvSpPr>
          <p:cNvPr id="116" name="Google Shape;116;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 name="Google Shape;117;p22"/>
          <p:cNvSpPr txBox="1">
            <a:spLocks noGrp="1"/>
          </p:cNvSpPr>
          <p:nvPr>
            <p:ph type="body" idx="1"/>
          </p:nvPr>
        </p:nvSpPr>
        <p:spPr>
          <a:xfrm>
            <a:off x="720000" y="1063350"/>
            <a:ext cx="7704000" cy="1269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5">
  <p:cSld name="TITLE_AND_BODY_1_1">
    <p:spTree>
      <p:nvGrpSpPr>
        <p:cNvPr id="1" name="Shape 118"/>
        <p:cNvGrpSpPr/>
        <p:nvPr/>
      </p:nvGrpSpPr>
      <p:grpSpPr>
        <a:xfrm>
          <a:off x="0" y="0"/>
          <a:ext cx="0" cy="0"/>
          <a:chOff x="0" y="0"/>
          <a:chExt cx="0" cy="0"/>
        </a:xfrm>
      </p:grpSpPr>
      <p:pic>
        <p:nvPicPr>
          <p:cNvPr id="119" name="Google Shape;119;p23"/>
          <p:cNvPicPr preferRelativeResize="0"/>
          <p:nvPr/>
        </p:nvPicPr>
        <p:blipFill>
          <a:blip r:embed="rId2">
            <a:alphaModFix/>
          </a:blip>
          <a:stretch>
            <a:fillRect/>
          </a:stretch>
        </p:blipFill>
        <p:spPr>
          <a:xfrm rot="10800000">
            <a:off x="-100376" y="0"/>
            <a:ext cx="9144003" cy="5143501"/>
          </a:xfrm>
          <a:prstGeom prst="rect">
            <a:avLst/>
          </a:prstGeom>
          <a:noFill/>
          <a:ln>
            <a:noFill/>
          </a:ln>
        </p:spPr>
      </p:pic>
      <p:pic>
        <p:nvPicPr>
          <p:cNvPr id="120" name="Google Shape;120;p23"/>
          <p:cNvPicPr preferRelativeResize="0"/>
          <p:nvPr/>
        </p:nvPicPr>
        <p:blipFill>
          <a:blip r:embed="rId3">
            <a:alphaModFix/>
          </a:blip>
          <a:stretch>
            <a:fillRect/>
          </a:stretch>
        </p:blipFill>
        <p:spPr>
          <a:xfrm rot="10800000">
            <a:off x="-119661" y="-50175"/>
            <a:ext cx="9263669" cy="5243848"/>
          </a:xfrm>
          <a:prstGeom prst="rect">
            <a:avLst/>
          </a:prstGeom>
          <a:noFill/>
          <a:ln>
            <a:noFill/>
          </a:ln>
        </p:spPr>
      </p:pic>
      <p:sp>
        <p:nvSpPr>
          <p:cNvPr id="121" name="Google Shape;121;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2" name="Google Shape;122;p23"/>
          <p:cNvSpPr txBox="1">
            <a:spLocks noGrp="1"/>
          </p:cNvSpPr>
          <p:nvPr>
            <p:ph type="body" idx="1"/>
          </p:nvPr>
        </p:nvSpPr>
        <p:spPr>
          <a:xfrm>
            <a:off x="720000" y="1063351"/>
            <a:ext cx="7704000" cy="22512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23"/>
        <p:cNvGrpSpPr/>
        <p:nvPr/>
      </p:nvGrpSpPr>
      <p:grpSpPr>
        <a:xfrm>
          <a:off x="0" y="0"/>
          <a:ext cx="0" cy="0"/>
          <a:chOff x="0" y="0"/>
          <a:chExt cx="0" cy="0"/>
        </a:xfrm>
      </p:grpSpPr>
      <p:pic>
        <p:nvPicPr>
          <p:cNvPr id="124" name="Google Shape;124;p24"/>
          <p:cNvPicPr preferRelativeResize="0"/>
          <p:nvPr/>
        </p:nvPicPr>
        <p:blipFill>
          <a:blip r:embed="rId2">
            <a:alphaModFix/>
          </a:blip>
          <a:stretch>
            <a:fillRect/>
          </a:stretch>
        </p:blipFill>
        <p:spPr>
          <a:xfrm>
            <a:off x="0" y="0"/>
            <a:ext cx="9144003" cy="5143501"/>
          </a:xfrm>
          <a:prstGeom prst="rect">
            <a:avLst/>
          </a:prstGeom>
          <a:noFill/>
          <a:ln>
            <a:noFill/>
          </a:ln>
        </p:spPr>
      </p:pic>
      <p:pic>
        <p:nvPicPr>
          <p:cNvPr id="125" name="Google Shape;125;p24"/>
          <p:cNvPicPr preferRelativeResize="0"/>
          <p:nvPr/>
        </p:nvPicPr>
        <p:blipFill>
          <a:blip r:embed="rId3">
            <a:alphaModFix/>
          </a:blip>
          <a:stretch>
            <a:fillRect/>
          </a:stretch>
        </p:blipFill>
        <p:spPr>
          <a:xfrm rot="10800000">
            <a:off x="-69474" y="-50175"/>
            <a:ext cx="9263669" cy="5243848"/>
          </a:xfrm>
          <a:prstGeom prst="rect">
            <a:avLst/>
          </a:prstGeom>
          <a:noFill/>
          <a:ln>
            <a:noFill/>
          </a:ln>
        </p:spPr>
      </p:pic>
      <p:sp>
        <p:nvSpPr>
          <p:cNvPr id="126" name="Google Shape;126;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7" name="Google Shape;127;p24"/>
          <p:cNvSpPr txBox="1">
            <a:spLocks noGrp="1"/>
          </p:cNvSpPr>
          <p:nvPr>
            <p:ph type="subTitle" idx="1"/>
          </p:nvPr>
        </p:nvSpPr>
        <p:spPr>
          <a:xfrm>
            <a:off x="5012625" y="2237900"/>
            <a:ext cx="2460900" cy="1723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8" name="Google Shape;128;p24"/>
          <p:cNvSpPr txBox="1">
            <a:spLocks noGrp="1"/>
          </p:cNvSpPr>
          <p:nvPr>
            <p:ph type="subTitle" idx="2"/>
          </p:nvPr>
        </p:nvSpPr>
        <p:spPr>
          <a:xfrm>
            <a:off x="1670450" y="2237900"/>
            <a:ext cx="2460900" cy="1723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9" name="Google Shape;129;p24"/>
          <p:cNvSpPr txBox="1">
            <a:spLocks noGrp="1"/>
          </p:cNvSpPr>
          <p:nvPr>
            <p:ph type="subTitle" idx="3"/>
          </p:nvPr>
        </p:nvSpPr>
        <p:spPr>
          <a:xfrm>
            <a:off x="1670451" y="1679000"/>
            <a:ext cx="2460900" cy="558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000">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130" name="Google Shape;130;p24"/>
          <p:cNvSpPr txBox="1">
            <a:spLocks noGrp="1"/>
          </p:cNvSpPr>
          <p:nvPr>
            <p:ph type="subTitle" idx="4"/>
          </p:nvPr>
        </p:nvSpPr>
        <p:spPr>
          <a:xfrm>
            <a:off x="5012650" y="1679000"/>
            <a:ext cx="2460900" cy="558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000">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31"/>
        <p:cNvGrpSpPr/>
        <p:nvPr/>
      </p:nvGrpSpPr>
      <p:grpSpPr>
        <a:xfrm>
          <a:off x="0" y="0"/>
          <a:ext cx="0" cy="0"/>
          <a:chOff x="0" y="0"/>
          <a:chExt cx="0" cy="0"/>
        </a:xfrm>
      </p:grpSpPr>
      <p:pic>
        <p:nvPicPr>
          <p:cNvPr id="132" name="Google Shape;132;p25"/>
          <p:cNvPicPr preferRelativeResize="0"/>
          <p:nvPr/>
        </p:nvPicPr>
        <p:blipFill>
          <a:blip r:embed="rId2">
            <a:alphaModFix/>
          </a:blip>
          <a:stretch>
            <a:fillRect/>
          </a:stretch>
        </p:blipFill>
        <p:spPr>
          <a:xfrm rot="10800000" flipH="1">
            <a:off x="-19280" y="0"/>
            <a:ext cx="9144003" cy="5143501"/>
          </a:xfrm>
          <a:prstGeom prst="rect">
            <a:avLst/>
          </a:prstGeom>
          <a:noFill/>
          <a:ln>
            <a:noFill/>
          </a:ln>
        </p:spPr>
      </p:pic>
      <p:pic>
        <p:nvPicPr>
          <p:cNvPr id="133" name="Google Shape;133;p25"/>
          <p:cNvPicPr preferRelativeResize="0"/>
          <p:nvPr/>
        </p:nvPicPr>
        <p:blipFill>
          <a:blip r:embed="rId3">
            <a:alphaModFix/>
          </a:blip>
          <a:stretch>
            <a:fillRect/>
          </a:stretch>
        </p:blipFill>
        <p:spPr>
          <a:xfrm rot="10800000" flipH="1">
            <a:off x="-119661" y="-50175"/>
            <a:ext cx="9263669" cy="5243848"/>
          </a:xfrm>
          <a:prstGeom prst="rect">
            <a:avLst/>
          </a:prstGeom>
          <a:noFill/>
          <a:ln>
            <a:noFill/>
          </a:ln>
        </p:spPr>
      </p:pic>
      <p:sp>
        <p:nvSpPr>
          <p:cNvPr id="134" name="Google Shape;134;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5" name="Google Shape;135;p25"/>
          <p:cNvSpPr txBox="1">
            <a:spLocks noGrp="1"/>
          </p:cNvSpPr>
          <p:nvPr>
            <p:ph type="subTitle" idx="1"/>
          </p:nvPr>
        </p:nvSpPr>
        <p:spPr>
          <a:xfrm>
            <a:off x="720000" y="3042943"/>
            <a:ext cx="5173200" cy="12651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6" name="Google Shape;136;p25"/>
          <p:cNvSpPr txBox="1">
            <a:spLocks noGrp="1"/>
          </p:cNvSpPr>
          <p:nvPr>
            <p:ph type="subTitle" idx="2"/>
          </p:nvPr>
        </p:nvSpPr>
        <p:spPr>
          <a:xfrm>
            <a:off x="720000" y="1582600"/>
            <a:ext cx="5173200" cy="12651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37"/>
        <p:cNvGrpSpPr/>
        <p:nvPr/>
      </p:nvGrpSpPr>
      <p:grpSpPr>
        <a:xfrm>
          <a:off x="0" y="0"/>
          <a:ext cx="0" cy="0"/>
          <a:chOff x="0" y="0"/>
          <a:chExt cx="0" cy="0"/>
        </a:xfrm>
      </p:grpSpPr>
      <p:pic>
        <p:nvPicPr>
          <p:cNvPr id="138" name="Google Shape;138;p26"/>
          <p:cNvPicPr preferRelativeResize="0"/>
          <p:nvPr/>
        </p:nvPicPr>
        <p:blipFill>
          <a:blip r:embed="rId2">
            <a:alphaModFix/>
          </a:blip>
          <a:stretch>
            <a:fillRect/>
          </a:stretch>
        </p:blipFill>
        <p:spPr>
          <a:xfrm rot="10800000">
            <a:off x="-19280" y="-3"/>
            <a:ext cx="9144003" cy="5143501"/>
          </a:xfrm>
          <a:prstGeom prst="rect">
            <a:avLst/>
          </a:prstGeom>
          <a:noFill/>
          <a:ln>
            <a:noFill/>
          </a:ln>
        </p:spPr>
      </p:pic>
      <p:pic>
        <p:nvPicPr>
          <p:cNvPr id="139" name="Google Shape;139;p26"/>
          <p:cNvPicPr preferRelativeResize="0"/>
          <p:nvPr/>
        </p:nvPicPr>
        <p:blipFill>
          <a:blip r:embed="rId3">
            <a:alphaModFix/>
          </a:blip>
          <a:stretch>
            <a:fillRect/>
          </a:stretch>
        </p:blipFill>
        <p:spPr>
          <a:xfrm>
            <a:off x="-69474" y="-50175"/>
            <a:ext cx="9263669" cy="5243848"/>
          </a:xfrm>
          <a:prstGeom prst="rect">
            <a:avLst/>
          </a:prstGeom>
          <a:noFill/>
          <a:ln>
            <a:noFill/>
          </a:ln>
        </p:spPr>
      </p:pic>
      <p:sp>
        <p:nvSpPr>
          <p:cNvPr id="140" name="Google Shape;140;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1" name="Google Shape;141;p26"/>
          <p:cNvSpPr txBox="1">
            <a:spLocks noGrp="1"/>
          </p:cNvSpPr>
          <p:nvPr>
            <p:ph type="subTitle" idx="1"/>
          </p:nvPr>
        </p:nvSpPr>
        <p:spPr>
          <a:xfrm>
            <a:off x="937625" y="2241340"/>
            <a:ext cx="2175300" cy="151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2" name="Google Shape;142;p26"/>
          <p:cNvSpPr txBox="1">
            <a:spLocks noGrp="1"/>
          </p:cNvSpPr>
          <p:nvPr>
            <p:ph type="subTitle" idx="2"/>
          </p:nvPr>
        </p:nvSpPr>
        <p:spPr>
          <a:xfrm>
            <a:off x="3484347" y="2241340"/>
            <a:ext cx="2175300" cy="151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3" name="Google Shape;143;p26"/>
          <p:cNvSpPr txBox="1">
            <a:spLocks noGrp="1"/>
          </p:cNvSpPr>
          <p:nvPr>
            <p:ph type="subTitle" idx="3"/>
          </p:nvPr>
        </p:nvSpPr>
        <p:spPr>
          <a:xfrm>
            <a:off x="6031075" y="2241340"/>
            <a:ext cx="2175300" cy="151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4" name="Google Shape;144;p26"/>
          <p:cNvSpPr txBox="1">
            <a:spLocks noGrp="1"/>
          </p:cNvSpPr>
          <p:nvPr>
            <p:ph type="subTitle" idx="4"/>
          </p:nvPr>
        </p:nvSpPr>
        <p:spPr>
          <a:xfrm>
            <a:off x="937625" y="1772135"/>
            <a:ext cx="2175300" cy="46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Maven Pro Medium"/>
              <a:buNone/>
              <a:defRPr sz="2000">
                <a:solidFill>
                  <a:schemeClr val="dk1"/>
                </a:solidFill>
              </a:defRPr>
            </a:lvl1pPr>
            <a:lvl2pPr lvl="1"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2pPr>
            <a:lvl3pPr lvl="2"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3pPr>
            <a:lvl4pPr lvl="3"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4pPr>
            <a:lvl5pPr lvl="4"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5pPr>
            <a:lvl6pPr lvl="5"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6pPr>
            <a:lvl7pPr lvl="6"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7pPr>
            <a:lvl8pPr lvl="7"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8pPr>
            <a:lvl9pPr lvl="8"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9pPr>
          </a:lstStyle>
          <a:p>
            <a:endParaRPr/>
          </a:p>
        </p:txBody>
      </p:sp>
      <p:sp>
        <p:nvSpPr>
          <p:cNvPr id="145" name="Google Shape;145;p26"/>
          <p:cNvSpPr txBox="1">
            <a:spLocks noGrp="1"/>
          </p:cNvSpPr>
          <p:nvPr>
            <p:ph type="subTitle" idx="5"/>
          </p:nvPr>
        </p:nvSpPr>
        <p:spPr>
          <a:xfrm>
            <a:off x="3484350" y="1772135"/>
            <a:ext cx="2175300" cy="46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Maven Pro Medium"/>
              <a:buNone/>
              <a:defRPr sz="2000">
                <a:solidFill>
                  <a:schemeClr val="dk1"/>
                </a:solidFill>
              </a:defRPr>
            </a:lvl1pPr>
            <a:lvl2pPr lvl="1"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2pPr>
            <a:lvl3pPr lvl="2"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3pPr>
            <a:lvl4pPr lvl="3"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4pPr>
            <a:lvl5pPr lvl="4"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5pPr>
            <a:lvl6pPr lvl="5"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6pPr>
            <a:lvl7pPr lvl="6"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7pPr>
            <a:lvl8pPr lvl="7"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8pPr>
            <a:lvl9pPr lvl="8"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9pPr>
          </a:lstStyle>
          <a:p>
            <a:endParaRPr/>
          </a:p>
        </p:txBody>
      </p:sp>
      <p:sp>
        <p:nvSpPr>
          <p:cNvPr id="146" name="Google Shape;146;p26"/>
          <p:cNvSpPr txBox="1">
            <a:spLocks noGrp="1"/>
          </p:cNvSpPr>
          <p:nvPr>
            <p:ph type="subTitle" idx="6"/>
          </p:nvPr>
        </p:nvSpPr>
        <p:spPr>
          <a:xfrm>
            <a:off x="6031075" y="1772135"/>
            <a:ext cx="2175300" cy="46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Maven Pro Medium"/>
              <a:buNone/>
              <a:defRPr sz="2000">
                <a:solidFill>
                  <a:schemeClr val="dk1"/>
                </a:solidFill>
              </a:defRPr>
            </a:lvl1pPr>
            <a:lvl2pPr lvl="1"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2pPr>
            <a:lvl3pPr lvl="2"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3pPr>
            <a:lvl4pPr lvl="3"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4pPr>
            <a:lvl5pPr lvl="4"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5pPr>
            <a:lvl6pPr lvl="5"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6pPr>
            <a:lvl7pPr lvl="6"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7pPr>
            <a:lvl8pPr lvl="7"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8pPr>
            <a:lvl9pPr lvl="8" algn="ctr" rtl="0">
              <a:lnSpc>
                <a:spcPct val="100000"/>
              </a:lnSpc>
              <a:spcBef>
                <a:spcPts val="0"/>
              </a:spcBef>
              <a:spcAft>
                <a:spcPts val="0"/>
              </a:spcAft>
              <a:buSzPts val="2400"/>
              <a:buFont typeface="Maven Pro Medium"/>
              <a:buNone/>
              <a:defRPr sz="2400">
                <a:latin typeface="Maven Pro Medium"/>
                <a:ea typeface="Maven Pro Medium"/>
                <a:cs typeface="Maven Pro Medium"/>
                <a:sym typeface="Maven Pro Medium"/>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47"/>
        <p:cNvGrpSpPr/>
        <p:nvPr/>
      </p:nvGrpSpPr>
      <p:grpSpPr>
        <a:xfrm>
          <a:off x="0" y="0"/>
          <a:ext cx="0" cy="0"/>
          <a:chOff x="0" y="0"/>
          <a:chExt cx="0" cy="0"/>
        </a:xfrm>
      </p:grpSpPr>
      <p:pic>
        <p:nvPicPr>
          <p:cNvPr id="148" name="Google Shape;148;p27"/>
          <p:cNvPicPr preferRelativeResize="0"/>
          <p:nvPr/>
        </p:nvPicPr>
        <p:blipFill>
          <a:blip r:embed="rId2">
            <a:alphaModFix/>
          </a:blip>
          <a:stretch>
            <a:fillRect/>
          </a:stretch>
        </p:blipFill>
        <p:spPr>
          <a:xfrm>
            <a:off x="0" y="0"/>
            <a:ext cx="9144003" cy="5143501"/>
          </a:xfrm>
          <a:prstGeom prst="rect">
            <a:avLst/>
          </a:prstGeom>
          <a:noFill/>
          <a:ln>
            <a:noFill/>
          </a:ln>
        </p:spPr>
      </p:pic>
      <p:pic>
        <p:nvPicPr>
          <p:cNvPr id="149" name="Google Shape;149;p27"/>
          <p:cNvPicPr preferRelativeResize="0"/>
          <p:nvPr/>
        </p:nvPicPr>
        <p:blipFill>
          <a:blip r:embed="rId3">
            <a:alphaModFix/>
          </a:blip>
          <a:stretch>
            <a:fillRect/>
          </a:stretch>
        </p:blipFill>
        <p:spPr>
          <a:xfrm rot="10800000">
            <a:off x="-69474" y="-50175"/>
            <a:ext cx="9263669" cy="5243848"/>
          </a:xfrm>
          <a:prstGeom prst="rect">
            <a:avLst/>
          </a:prstGeom>
          <a:noFill/>
          <a:ln>
            <a:noFill/>
          </a:ln>
        </p:spPr>
      </p:pic>
      <p:sp>
        <p:nvSpPr>
          <p:cNvPr id="150" name="Google Shape;15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1" name="Google Shape;151;p27"/>
          <p:cNvSpPr txBox="1">
            <a:spLocks noGrp="1"/>
          </p:cNvSpPr>
          <p:nvPr>
            <p:ph type="subTitle" idx="1"/>
          </p:nvPr>
        </p:nvSpPr>
        <p:spPr>
          <a:xfrm>
            <a:off x="1401224" y="1825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2" name="Google Shape;152;p27"/>
          <p:cNvSpPr txBox="1">
            <a:spLocks noGrp="1"/>
          </p:cNvSpPr>
          <p:nvPr>
            <p:ph type="subTitle" idx="2"/>
          </p:nvPr>
        </p:nvSpPr>
        <p:spPr>
          <a:xfrm>
            <a:off x="4931776" y="1825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3" name="Google Shape;153;p27"/>
          <p:cNvSpPr txBox="1">
            <a:spLocks noGrp="1"/>
          </p:cNvSpPr>
          <p:nvPr>
            <p:ph type="subTitle" idx="3"/>
          </p:nvPr>
        </p:nvSpPr>
        <p:spPr>
          <a:xfrm>
            <a:off x="1401224" y="34856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4" name="Google Shape;154;p27"/>
          <p:cNvSpPr txBox="1">
            <a:spLocks noGrp="1"/>
          </p:cNvSpPr>
          <p:nvPr>
            <p:ph type="subTitle" idx="4"/>
          </p:nvPr>
        </p:nvSpPr>
        <p:spPr>
          <a:xfrm>
            <a:off x="4931763" y="34856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5" name="Google Shape;155;p27"/>
          <p:cNvSpPr txBox="1">
            <a:spLocks noGrp="1"/>
          </p:cNvSpPr>
          <p:nvPr>
            <p:ph type="subTitle" idx="5"/>
          </p:nvPr>
        </p:nvSpPr>
        <p:spPr>
          <a:xfrm>
            <a:off x="1401225" y="1379275"/>
            <a:ext cx="2811000" cy="453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56" name="Google Shape;156;p27"/>
          <p:cNvSpPr txBox="1">
            <a:spLocks noGrp="1"/>
          </p:cNvSpPr>
          <p:nvPr>
            <p:ph type="subTitle" idx="6"/>
          </p:nvPr>
        </p:nvSpPr>
        <p:spPr>
          <a:xfrm>
            <a:off x="1401225" y="3040000"/>
            <a:ext cx="2811000" cy="453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57" name="Google Shape;157;p27"/>
          <p:cNvSpPr txBox="1">
            <a:spLocks noGrp="1"/>
          </p:cNvSpPr>
          <p:nvPr>
            <p:ph type="subTitle" idx="7"/>
          </p:nvPr>
        </p:nvSpPr>
        <p:spPr>
          <a:xfrm>
            <a:off x="4931750" y="1379275"/>
            <a:ext cx="2811000" cy="453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58" name="Google Shape;158;p27"/>
          <p:cNvSpPr txBox="1">
            <a:spLocks noGrp="1"/>
          </p:cNvSpPr>
          <p:nvPr>
            <p:ph type="subTitle" idx="8"/>
          </p:nvPr>
        </p:nvSpPr>
        <p:spPr>
          <a:xfrm>
            <a:off x="4931738" y="3040000"/>
            <a:ext cx="2811000" cy="453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ive columns">
  <p:cSld name="CUSTOM_7_1">
    <p:spTree>
      <p:nvGrpSpPr>
        <p:cNvPr id="1" name="Shape 159"/>
        <p:cNvGrpSpPr/>
        <p:nvPr/>
      </p:nvGrpSpPr>
      <p:grpSpPr>
        <a:xfrm>
          <a:off x="0" y="0"/>
          <a:ext cx="0" cy="0"/>
          <a:chOff x="0" y="0"/>
          <a:chExt cx="0" cy="0"/>
        </a:xfrm>
      </p:grpSpPr>
      <p:pic>
        <p:nvPicPr>
          <p:cNvPr id="160" name="Google Shape;160;p28"/>
          <p:cNvPicPr preferRelativeResize="0"/>
          <p:nvPr/>
        </p:nvPicPr>
        <p:blipFill>
          <a:blip r:embed="rId2">
            <a:alphaModFix/>
          </a:blip>
          <a:stretch>
            <a:fillRect/>
          </a:stretch>
        </p:blipFill>
        <p:spPr>
          <a:xfrm rot="10800000" flipH="1">
            <a:off x="0" y="-3"/>
            <a:ext cx="9144003" cy="5143501"/>
          </a:xfrm>
          <a:prstGeom prst="rect">
            <a:avLst/>
          </a:prstGeom>
          <a:noFill/>
          <a:ln>
            <a:noFill/>
          </a:ln>
        </p:spPr>
      </p:pic>
      <p:pic>
        <p:nvPicPr>
          <p:cNvPr id="161" name="Google Shape;161;p28"/>
          <p:cNvPicPr preferRelativeResize="0"/>
          <p:nvPr/>
        </p:nvPicPr>
        <p:blipFill>
          <a:blip r:embed="rId3">
            <a:alphaModFix/>
          </a:blip>
          <a:stretch>
            <a:fillRect/>
          </a:stretch>
        </p:blipFill>
        <p:spPr>
          <a:xfrm flipH="1">
            <a:off x="-69474" y="-50175"/>
            <a:ext cx="9263669" cy="5243848"/>
          </a:xfrm>
          <a:prstGeom prst="rect">
            <a:avLst/>
          </a:prstGeom>
          <a:noFill/>
          <a:ln>
            <a:noFill/>
          </a:ln>
        </p:spPr>
      </p:pic>
      <p:sp>
        <p:nvSpPr>
          <p:cNvPr id="162" name="Google Shape;162;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3" name="Google Shape;163;p28"/>
          <p:cNvSpPr txBox="1">
            <a:spLocks noGrp="1"/>
          </p:cNvSpPr>
          <p:nvPr>
            <p:ph type="subTitle" idx="1"/>
          </p:nvPr>
        </p:nvSpPr>
        <p:spPr>
          <a:xfrm>
            <a:off x="948600" y="1818104"/>
            <a:ext cx="1986000" cy="68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4" name="Google Shape;164;p28"/>
          <p:cNvSpPr txBox="1">
            <a:spLocks noGrp="1"/>
          </p:cNvSpPr>
          <p:nvPr>
            <p:ph type="subTitle" idx="2"/>
          </p:nvPr>
        </p:nvSpPr>
        <p:spPr>
          <a:xfrm>
            <a:off x="3579002" y="1818104"/>
            <a:ext cx="1986000" cy="68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5" name="Google Shape;165;p28"/>
          <p:cNvSpPr txBox="1">
            <a:spLocks noGrp="1"/>
          </p:cNvSpPr>
          <p:nvPr>
            <p:ph type="subTitle" idx="3"/>
          </p:nvPr>
        </p:nvSpPr>
        <p:spPr>
          <a:xfrm>
            <a:off x="2263800" y="3489811"/>
            <a:ext cx="1986000" cy="68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6" name="Google Shape;166;p28"/>
          <p:cNvSpPr txBox="1">
            <a:spLocks noGrp="1"/>
          </p:cNvSpPr>
          <p:nvPr>
            <p:ph type="subTitle" idx="4"/>
          </p:nvPr>
        </p:nvSpPr>
        <p:spPr>
          <a:xfrm>
            <a:off x="4894200" y="3489811"/>
            <a:ext cx="1986000" cy="68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7" name="Google Shape;167;p28"/>
          <p:cNvSpPr txBox="1">
            <a:spLocks noGrp="1"/>
          </p:cNvSpPr>
          <p:nvPr>
            <p:ph type="subTitle" idx="5"/>
          </p:nvPr>
        </p:nvSpPr>
        <p:spPr>
          <a:xfrm>
            <a:off x="6209400" y="1818104"/>
            <a:ext cx="1986000" cy="68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8" name="Google Shape;168;p28"/>
          <p:cNvSpPr txBox="1">
            <a:spLocks noGrp="1"/>
          </p:cNvSpPr>
          <p:nvPr>
            <p:ph type="subTitle" idx="6"/>
          </p:nvPr>
        </p:nvSpPr>
        <p:spPr>
          <a:xfrm>
            <a:off x="948600" y="1399686"/>
            <a:ext cx="1986000" cy="42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69" name="Google Shape;169;p28"/>
          <p:cNvSpPr txBox="1">
            <a:spLocks noGrp="1"/>
          </p:cNvSpPr>
          <p:nvPr>
            <p:ph type="subTitle" idx="7"/>
          </p:nvPr>
        </p:nvSpPr>
        <p:spPr>
          <a:xfrm>
            <a:off x="3579002" y="1399686"/>
            <a:ext cx="1986000" cy="42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70" name="Google Shape;170;p28"/>
          <p:cNvSpPr txBox="1">
            <a:spLocks noGrp="1"/>
          </p:cNvSpPr>
          <p:nvPr>
            <p:ph type="subTitle" idx="8"/>
          </p:nvPr>
        </p:nvSpPr>
        <p:spPr>
          <a:xfrm>
            <a:off x="6209400" y="1399686"/>
            <a:ext cx="1986000" cy="42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71" name="Google Shape;171;p28"/>
          <p:cNvSpPr txBox="1">
            <a:spLocks noGrp="1"/>
          </p:cNvSpPr>
          <p:nvPr>
            <p:ph type="subTitle" idx="9"/>
          </p:nvPr>
        </p:nvSpPr>
        <p:spPr>
          <a:xfrm>
            <a:off x="2263800" y="3072975"/>
            <a:ext cx="1986000" cy="42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72" name="Google Shape;172;p28"/>
          <p:cNvSpPr txBox="1">
            <a:spLocks noGrp="1"/>
          </p:cNvSpPr>
          <p:nvPr>
            <p:ph type="subTitle" idx="13"/>
          </p:nvPr>
        </p:nvSpPr>
        <p:spPr>
          <a:xfrm>
            <a:off x="4894202" y="3072975"/>
            <a:ext cx="1986000" cy="42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73"/>
        <p:cNvGrpSpPr/>
        <p:nvPr/>
      </p:nvGrpSpPr>
      <p:grpSpPr>
        <a:xfrm>
          <a:off x="0" y="0"/>
          <a:ext cx="0" cy="0"/>
          <a:chOff x="0" y="0"/>
          <a:chExt cx="0" cy="0"/>
        </a:xfrm>
      </p:grpSpPr>
      <p:pic>
        <p:nvPicPr>
          <p:cNvPr id="174" name="Google Shape;174;p29"/>
          <p:cNvPicPr preferRelativeResize="0"/>
          <p:nvPr/>
        </p:nvPicPr>
        <p:blipFill>
          <a:blip r:embed="rId2">
            <a:alphaModFix/>
          </a:blip>
          <a:stretch>
            <a:fillRect/>
          </a:stretch>
        </p:blipFill>
        <p:spPr>
          <a:xfrm rot="10800000">
            <a:off x="-69474" y="-50175"/>
            <a:ext cx="9263677" cy="5243849"/>
          </a:xfrm>
          <a:prstGeom prst="rect">
            <a:avLst/>
          </a:prstGeom>
          <a:noFill/>
          <a:ln>
            <a:noFill/>
          </a:ln>
        </p:spPr>
      </p:pic>
      <p:pic>
        <p:nvPicPr>
          <p:cNvPr id="175" name="Google Shape;175;p29"/>
          <p:cNvPicPr preferRelativeResize="0"/>
          <p:nvPr/>
        </p:nvPicPr>
        <p:blipFill>
          <a:blip r:embed="rId3">
            <a:alphaModFix/>
          </a:blip>
          <a:stretch>
            <a:fillRect/>
          </a:stretch>
        </p:blipFill>
        <p:spPr>
          <a:xfrm rot="10800000" flipH="1">
            <a:off x="-59770" y="-50174"/>
            <a:ext cx="9263669" cy="5243848"/>
          </a:xfrm>
          <a:prstGeom prst="rect">
            <a:avLst/>
          </a:prstGeom>
          <a:noFill/>
          <a:ln>
            <a:noFill/>
          </a:ln>
        </p:spPr>
      </p:pic>
      <p:sp>
        <p:nvSpPr>
          <p:cNvPr id="176" name="Google Shape;176;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7" name="Google Shape;177;p29"/>
          <p:cNvSpPr txBox="1">
            <a:spLocks noGrp="1"/>
          </p:cNvSpPr>
          <p:nvPr>
            <p:ph type="subTitle" idx="1"/>
          </p:nvPr>
        </p:nvSpPr>
        <p:spPr>
          <a:xfrm>
            <a:off x="948600" y="1822567"/>
            <a:ext cx="1986000" cy="103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8" name="Google Shape;178;p29"/>
          <p:cNvSpPr txBox="1">
            <a:spLocks noGrp="1"/>
          </p:cNvSpPr>
          <p:nvPr>
            <p:ph type="subTitle" idx="2"/>
          </p:nvPr>
        </p:nvSpPr>
        <p:spPr>
          <a:xfrm>
            <a:off x="3579001" y="1822567"/>
            <a:ext cx="1986000" cy="103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9" name="Google Shape;179;p29"/>
          <p:cNvSpPr txBox="1">
            <a:spLocks noGrp="1"/>
          </p:cNvSpPr>
          <p:nvPr>
            <p:ph type="subTitle" idx="3"/>
          </p:nvPr>
        </p:nvSpPr>
        <p:spPr>
          <a:xfrm>
            <a:off x="948600" y="3481204"/>
            <a:ext cx="1986000" cy="103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0" name="Google Shape;180;p29"/>
          <p:cNvSpPr txBox="1">
            <a:spLocks noGrp="1"/>
          </p:cNvSpPr>
          <p:nvPr>
            <p:ph type="subTitle" idx="4"/>
          </p:nvPr>
        </p:nvSpPr>
        <p:spPr>
          <a:xfrm>
            <a:off x="3579000" y="3481204"/>
            <a:ext cx="1986000" cy="103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1" name="Google Shape;181;p29"/>
          <p:cNvSpPr txBox="1">
            <a:spLocks noGrp="1"/>
          </p:cNvSpPr>
          <p:nvPr>
            <p:ph type="subTitle" idx="5"/>
          </p:nvPr>
        </p:nvSpPr>
        <p:spPr>
          <a:xfrm>
            <a:off x="6209399" y="1822567"/>
            <a:ext cx="1986000" cy="103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2" name="Google Shape;182;p29"/>
          <p:cNvSpPr txBox="1">
            <a:spLocks noGrp="1"/>
          </p:cNvSpPr>
          <p:nvPr>
            <p:ph type="subTitle" idx="6"/>
          </p:nvPr>
        </p:nvSpPr>
        <p:spPr>
          <a:xfrm>
            <a:off x="6209399" y="3481204"/>
            <a:ext cx="1986000" cy="103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3" name="Google Shape;183;p29"/>
          <p:cNvSpPr txBox="1">
            <a:spLocks noGrp="1"/>
          </p:cNvSpPr>
          <p:nvPr>
            <p:ph type="subTitle" idx="7"/>
          </p:nvPr>
        </p:nvSpPr>
        <p:spPr>
          <a:xfrm>
            <a:off x="948600" y="1369372"/>
            <a:ext cx="1986000" cy="45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84" name="Google Shape;184;p29"/>
          <p:cNvSpPr txBox="1">
            <a:spLocks noGrp="1"/>
          </p:cNvSpPr>
          <p:nvPr>
            <p:ph type="subTitle" idx="8"/>
          </p:nvPr>
        </p:nvSpPr>
        <p:spPr>
          <a:xfrm>
            <a:off x="3579002" y="1369372"/>
            <a:ext cx="1986000" cy="45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85" name="Google Shape;185;p29"/>
          <p:cNvSpPr txBox="1">
            <a:spLocks noGrp="1"/>
          </p:cNvSpPr>
          <p:nvPr>
            <p:ph type="subTitle" idx="9"/>
          </p:nvPr>
        </p:nvSpPr>
        <p:spPr>
          <a:xfrm>
            <a:off x="6209400" y="1369372"/>
            <a:ext cx="1986000" cy="45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86" name="Google Shape;186;p29"/>
          <p:cNvSpPr txBox="1">
            <a:spLocks noGrp="1"/>
          </p:cNvSpPr>
          <p:nvPr>
            <p:ph type="subTitle" idx="13"/>
          </p:nvPr>
        </p:nvSpPr>
        <p:spPr>
          <a:xfrm>
            <a:off x="948600" y="3024894"/>
            <a:ext cx="1986000" cy="45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87" name="Google Shape;187;p29"/>
          <p:cNvSpPr txBox="1">
            <a:spLocks noGrp="1"/>
          </p:cNvSpPr>
          <p:nvPr>
            <p:ph type="subTitle" idx="14"/>
          </p:nvPr>
        </p:nvSpPr>
        <p:spPr>
          <a:xfrm>
            <a:off x="3579002" y="3024894"/>
            <a:ext cx="1986000" cy="45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88" name="Google Shape;188;p29"/>
          <p:cNvSpPr txBox="1">
            <a:spLocks noGrp="1"/>
          </p:cNvSpPr>
          <p:nvPr>
            <p:ph type="subTitle" idx="15"/>
          </p:nvPr>
        </p:nvSpPr>
        <p:spPr>
          <a:xfrm>
            <a:off x="6209400" y="3024894"/>
            <a:ext cx="1986000" cy="45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None/>
              <a:defRPr sz="2000">
                <a:solidFill>
                  <a:schemeClr val="dk1"/>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89"/>
        <p:cNvGrpSpPr/>
        <p:nvPr/>
      </p:nvGrpSpPr>
      <p:grpSpPr>
        <a:xfrm>
          <a:off x="0" y="0"/>
          <a:ext cx="0" cy="0"/>
          <a:chOff x="0" y="0"/>
          <a:chExt cx="0" cy="0"/>
        </a:xfrm>
      </p:grpSpPr>
      <p:pic>
        <p:nvPicPr>
          <p:cNvPr id="190" name="Google Shape;190;p30"/>
          <p:cNvPicPr preferRelativeResize="0"/>
          <p:nvPr/>
        </p:nvPicPr>
        <p:blipFill>
          <a:blip r:embed="rId2">
            <a:alphaModFix/>
          </a:blip>
          <a:stretch>
            <a:fillRect/>
          </a:stretch>
        </p:blipFill>
        <p:spPr>
          <a:xfrm>
            <a:off x="-69475" y="-50900"/>
            <a:ext cx="9263677" cy="5243849"/>
          </a:xfrm>
          <a:prstGeom prst="rect">
            <a:avLst/>
          </a:prstGeom>
          <a:noFill/>
          <a:ln>
            <a:noFill/>
          </a:ln>
        </p:spPr>
      </p:pic>
      <p:pic>
        <p:nvPicPr>
          <p:cNvPr id="191" name="Google Shape;191;p30"/>
          <p:cNvPicPr preferRelativeResize="0"/>
          <p:nvPr/>
        </p:nvPicPr>
        <p:blipFill>
          <a:blip r:embed="rId3">
            <a:alphaModFix/>
          </a:blip>
          <a:stretch>
            <a:fillRect/>
          </a:stretch>
        </p:blipFill>
        <p:spPr>
          <a:xfrm>
            <a:off x="-69474" y="-50175"/>
            <a:ext cx="9263669" cy="5243848"/>
          </a:xfrm>
          <a:prstGeom prst="rect">
            <a:avLst/>
          </a:prstGeom>
          <a:noFill/>
          <a:ln>
            <a:noFill/>
          </a:ln>
        </p:spPr>
      </p:pic>
      <p:sp>
        <p:nvSpPr>
          <p:cNvPr id="192" name="Google Shape;192;p30"/>
          <p:cNvSpPr txBox="1">
            <a:spLocks noGrp="1"/>
          </p:cNvSpPr>
          <p:nvPr>
            <p:ph type="title" hasCustomPrompt="1"/>
          </p:nvPr>
        </p:nvSpPr>
        <p:spPr>
          <a:xfrm>
            <a:off x="784200" y="656501"/>
            <a:ext cx="43665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2"/>
              </a:buClr>
              <a:buSzPts val="6000"/>
              <a:buNone/>
              <a:defRPr sz="4500">
                <a:solidFill>
                  <a:schemeClr val="dk2"/>
                </a:solidFill>
              </a:defRPr>
            </a:lvl1pPr>
            <a:lvl2pPr lvl="1" algn="ctr" rtl="0">
              <a:spcBef>
                <a:spcPts val="0"/>
              </a:spcBef>
              <a:spcAft>
                <a:spcPts val="0"/>
              </a:spcAft>
              <a:buClr>
                <a:schemeClr val="dk2"/>
              </a:buClr>
              <a:buSzPts val="6000"/>
              <a:buNone/>
              <a:defRPr sz="6000">
                <a:solidFill>
                  <a:schemeClr val="dk2"/>
                </a:solidFill>
              </a:defRPr>
            </a:lvl2pPr>
            <a:lvl3pPr lvl="2" algn="ctr" rtl="0">
              <a:spcBef>
                <a:spcPts val="0"/>
              </a:spcBef>
              <a:spcAft>
                <a:spcPts val="0"/>
              </a:spcAft>
              <a:buClr>
                <a:schemeClr val="dk2"/>
              </a:buClr>
              <a:buSzPts val="6000"/>
              <a:buNone/>
              <a:defRPr sz="6000">
                <a:solidFill>
                  <a:schemeClr val="dk2"/>
                </a:solidFill>
              </a:defRPr>
            </a:lvl3pPr>
            <a:lvl4pPr lvl="3" algn="ctr" rtl="0">
              <a:spcBef>
                <a:spcPts val="0"/>
              </a:spcBef>
              <a:spcAft>
                <a:spcPts val="0"/>
              </a:spcAft>
              <a:buClr>
                <a:schemeClr val="dk2"/>
              </a:buClr>
              <a:buSzPts val="6000"/>
              <a:buNone/>
              <a:defRPr sz="6000">
                <a:solidFill>
                  <a:schemeClr val="dk2"/>
                </a:solidFill>
              </a:defRPr>
            </a:lvl4pPr>
            <a:lvl5pPr lvl="4" algn="ctr" rtl="0">
              <a:spcBef>
                <a:spcPts val="0"/>
              </a:spcBef>
              <a:spcAft>
                <a:spcPts val="0"/>
              </a:spcAft>
              <a:buClr>
                <a:schemeClr val="dk2"/>
              </a:buClr>
              <a:buSzPts val="6000"/>
              <a:buNone/>
              <a:defRPr sz="6000">
                <a:solidFill>
                  <a:schemeClr val="dk2"/>
                </a:solidFill>
              </a:defRPr>
            </a:lvl5pPr>
            <a:lvl6pPr lvl="5" algn="ctr" rtl="0">
              <a:spcBef>
                <a:spcPts val="0"/>
              </a:spcBef>
              <a:spcAft>
                <a:spcPts val="0"/>
              </a:spcAft>
              <a:buClr>
                <a:schemeClr val="dk2"/>
              </a:buClr>
              <a:buSzPts val="6000"/>
              <a:buNone/>
              <a:defRPr sz="6000">
                <a:solidFill>
                  <a:schemeClr val="dk2"/>
                </a:solidFill>
              </a:defRPr>
            </a:lvl6pPr>
            <a:lvl7pPr lvl="6" algn="ctr" rtl="0">
              <a:spcBef>
                <a:spcPts val="0"/>
              </a:spcBef>
              <a:spcAft>
                <a:spcPts val="0"/>
              </a:spcAft>
              <a:buClr>
                <a:schemeClr val="dk2"/>
              </a:buClr>
              <a:buSzPts val="6000"/>
              <a:buNone/>
              <a:defRPr sz="6000">
                <a:solidFill>
                  <a:schemeClr val="dk2"/>
                </a:solidFill>
              </a:defRPr>
            </a:lvl7pPr>
            <a:lvl8pPr lvl="7" algn="ctr" rtl="0">
              <a:spcBef>
                <a:spcPts val="0"/>
              </a:spcBef>
              <a:spcAft>
                <a:spcPts val="0"/>
              </a:spcAft>
              <a:buClr>
                <a:schemeClr val="dk2"/>
              </a:buClr>
              <a:buSzPts val="6000"/>
              <a:buNone/>
              <a:defRPr sz="6000">
                <a:solidFill>
                  <a:schemeClr val="dk2"/>
                </a:solidFill>
              </a:defRPr>
            </a:lvl8pPr>
            <a:lvl9pPr lvl="8" algn="ctr" rtl="0">
              <a:spcBef>
                <a:spcPts val="0"/>
              </a:spcBef>
              <a:spcAft>
                <a:spcPts val="0"/>
              </a:spcAft>
              <a:buClr>
                <a:schemeClr val="dk2"/>
              </a:buClr>
              <a:buSzPts val="6000"/>
              <a:buNone/>
              <a:defRPr sz="6000">
                <a:solidFill>
                  <a:schemeClr val="dk2"/>
                </a:solidFill>
              </a:defRPr>
            </a:lvl9pPr>
          </a:lstStyle>
          <a:p>
            <a:r>
              <a:t>xx%</a:t>
            </a:r>
          </a:p>
        </p:txBody>
      </p:sp>
      <p:sp>
        <p:nvSpPr>
          <p:cNvPr id="193" name="Google Shape;193;p30"/>
          <p:cNvSpPr txBox="1">
            <a:spLocks noGrp="1"/>
          </p:cNvSpPr>
          <p:nvPr>
            <p:ph type="subTitle" idx="1"/>
          </p:nvPr>
        </p:nvSpPr>
        <p:spPr>
          <a:xfrm>
            <a:off x="784200" y="1316267"/>
            <a:ext cx="4366500" cy="466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94" name="Google Shape;194;p30"/>
          <p:cNvSpPr txBox="1">
            <a:spLocks noGrp="1"/>
          </p:cNvSpPr>
          <p:nvPr>
            <p:ph type="title" idx="2" hasCustomPrompt="1"/>
          </p:nvPr>
        </p:nvSpPr>
        <p:spPr>
          <a:xfrm>
            <a:off x="784200" y="2008762"/>
            <a:ext cx="43665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2"/>
              </a:buClr>
              <a:buSzPts val="6000"/>
              <a:buNone/>
              <a:defRPr sz="4500">
                <a:solidFill>
                  <a:schemeClr val="dk2"/>
                </a:solidFill>
              </a:defRPr>
            </a:lvl1pPr>
            <a:lvl2pPr lvl="1" algn="ctr" rtl="0">
              <a:spcBef>
                <a:spcPts val="0"/>
              </a:spcBef>
              <a:spcAft>
                <a:spcPts val="0"/>
              </a:spcAft>
              <a:buClr>
                <a:schemeClr val="dk2"/>
              </a:buClr>
              <a:buSzPts val="6000"/>
              <a:buNone/>
              <a:defRPr sz="6000">
                <a:solidFill>
                  <a:schemeClr val="dk2"/>
                </a:solidFill>
              </a:defRPr>
            </a:lvl2pPr>
            <a:lvl3pPr lvl="2" algn="ctr" rtl="0">
              <a:spcBef>
                <a:spcPts val="0"/>
              </a:spcBef>
              <a:spcAft>
                <a:spcPts val="0"/>
              </a:spcAft>
              <a:buClr>
                <a:schemeClr val="dk2"/>
              </a:buClr>
              <a:buSzPts val="6000"/>
              <a:buNone/>
              <a:defRPr sz="6000">
                <a:solidFill>
                  <a:schemeClr val="dk2"/>
                </a:solidFill>
              </a:defRPr>
            </a:lvl3pPr>
            <a:lvl4pPr lvl="3" algn="ctr" rtl="0">
              <a:spcBef>
                <a:spcPts val="0"/>
              </a:spcBef>
              <a:spcAft>
                <a:spcPts val="0"/>
              </a:spcAft>
              <a:buClr>
                <a:schemeClr val="dk2"/>
              </a:buClr>
              <a:buSzPts val="6000"/>
              <a:buNone/>
              <a:defRPr sz="6000">
                <a:solidFill>
                  <a:schemeClr val="dk2"/>
                </a:solidFill>
              </a:defRPr>
            </a:lvl4pPr>
            <a:lvl5pPr lvl="4" algn="ctr" rtl="0">
              <a:spcBef>
                <a:spcPts val="0"/>
              </a:spcBef>
              <a:spcAft>
                <a:spcPts val="0"/>
              </a:spcAft>
              <a:buClr>
                <a:schemeClr val="dk2"/>
              </a:buClr>
              <a:buSzPts val="6000"/>
              <a:buNone/>
              <a:defRPr sz="6000">
                <a:solidFill>
                  <a:schemeClr val="dk2"/>
                </a:solidFill>
              </a:defRPr>
            </a:lvl5pPr>
            <a:lvl6pPr lvl="5" algn="ctr" rtl="0">
              <a:spcBef>
                <a:spcPts val="0"/>
              </a:spcBef>
              <a:spcAft>
                <a:spcPts val="0"/>
              </a:spcAft>
              <a:buClr>
                <a:schemeClr val="dk2"/>
              </a:buClr>
              <a:buSzPts val="6000"/>
              <a:buNone/>
              <a:defRPr sz="6000">
                <a:solidFill>
                  <a:schemeClr val="dk2"/>
                </a:solidFill>
              </a:defRPr>
            </a:lvl6pPr>
            <a:lvl7pPr lvl="6" algn="ctr" rtl="0">
              <a:spcBef>
                <a:spcPts val="0"/>
              </a:spcBef>
              <a:spcAft>
                <a:spcPts val="0"/>
              </a:spcAft>
              <a:buClr>
                <a:schemeClr val="dk2"/>
              </a:buClr>
              <a:buSzPts val="6000"/>
              <a:buNone/>
              <a:defRPr sz="6000">
                <a:solidFill>
                  <a:schemeClr val="dk2"/>
                </a:solidFill>
              </a:defRPr>
            </a:lvl7pPr>
            <a:lvl8pPr lvl="7" algn="ctr" rtl="0">
              <a:spcBef>
                <a:spcPts val="0"/>
              </a:spcBef>
              <a:spcAft>
                <a:spcPts val="0"/>
              </a:spcAft>
              <a:buClr>
                <a:schemeClr val="dk2"/>
              </a:buClr>
              <a:buSzPts val="6000"/>
              <a:buNone/>
              <a:defRPr sz="6000">
                <a:solidFill>
                  <a:schemeClr val="dk2"/>
                </a:solidFill>
              </a:defRPr>
            </a:lvl8pPr>
            <a:lvl9pPr lvl="8" algn="ctr" rtl="0">
              <a:spcBef>
                <a:spcPts val="0"/>
              </a:spcBef>
              <a:spcAft>
                <a:spcPts val="0"/>
              </a:spcAft>
              <a:buClr>
                <a:schemeClr val="dk2"/>
              </a:buClr>
              <a:buSzPts val="6000"/>
              <a:buNone/>
              <a:defRPr sz="6000">
                <a:solidFill>
                  <a:schemeClr val="dk2"/>
                </a:solidFill>
              </a:defRPr>
            </a:lvl9pPr>
          </a:lstStyle>
          <a:p>
            <a:r>
              <a:t>xx%</a:t>
            </a:r>
          </a:p>
        </p:txBody>
      </p:sp>
      <p:sp>
        <p:nvSpPr>
          <p:cNvPr id="195" name="Google Shape;195;p30"/>
          <p:cNvSpPr txBox="1">
            <a:spLocks noGrp="1"/>
          </p:cNvSpPr>
          <p:nvPr>
            <p:ph type="subTitle" idx="3"/>
          </p:nvPr>
        </p:nvSpPr>
        <p:spPr>
          <a:xfrm>
            <a:off x="784200" y="2668533"/>
            <a:ext cx="4366500" cy="466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96" name="Google Shape;196;p30"/>
          <p:cNvSpPr txBox="1">
            <a:spLocks noGrp="1"/>
          </p:cNvSpPr>
          <p:nvPr>
            <p:ph type="title" idx="4" hasCustomPrompt="1"/>
          </p:nvPr>
        </p:nvSpPr>
        <p:spPr>
          <a:xfrm>
            <a:off x="784200" y="3361023"/>
            <a:ext cx="43665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2"/>
              </a:buClr>
              <a:buSzPts val="6000"/>
              <a:buNone/>
              <a:defRPr sz="4500">
                <a:solidFill>
                  <a:schemeClr val="dk2"/>
                </a:solidFill>
              </a:defRPr>
            </a:lvl1pPr>
            <a:lvl2pPr lvl="1" algn="ctr" rtl="0">
              <a:spcBef>
                <a:spcPts val="0"/>
              </a:spcBef>
              <a:spcAft>
                <a:spcPts val="0"/>
              </a:spcAft>
              <a:buClr>
                <a:schemeClr val="dk2"/>
              </a:buClr>
              <a:buSzPts val="6000"/>
              <a:buNone/>
              <a:defRPr sz="6000">
                <a:solidFill>
                  <a:schemeClr val="dk2"/>
                </a:solidFill>
              </a:defRPr>
            </a:lvl2pPr>
            <a:lvl3pPr lvl="2" algn="ctr" rtl="0">
              <a:spcBef>
                <a:spcPts val="0"/>
              </a:spcBef>
              <a:spcAft>
                <a:spcPts val="0"/>
              </a:spcAft>
              <a:buClr>
                <a:schemeClr val="dk2"/>
              </a:buClr>
              <a:buSzPts val="6000"/>
              <a:buNone/>
              <a:defRPr sz="6000">
                <a:solidFill>
                  <a:schemeClr val="dk2"/>
                </a:solidFill>
              </a:defRPr>
            </a:lvl3pPr>
            <a:lvl4pPr lvl="3" algn="ctr" rtl="0">
              <a:spcBef>
                <a:spcPts val="0"/>
              </a:spcBef>
              <a:spcAft>
                <a:spcPts val="0"/>
              </a:spcAft>
              <a:buClr>
                <a:schemeClr val="dk2"/>
              </a:buClr>
              <a:buSzPts val="6000"/>
              <a:buNone/>
              <a:defRPr sz="6000">
                <a:solidFill>
                  <a:schemeClr val="dk2"/>
                </a:solidFill>
              </a:defRPr>
            </a:lvl4pPr>
            <a:lvl5pPr lvl="4" algn="ctr" rtl="0">
              <a:spcBef>
                <a:spcPts val="0"/>
              </a:spcBef>
              <a:spcAft>
                <a:spcPts val="0"/>
              </a:spcAft>
              <a:buClr>
                <a:schemeClr val="dk2"/>
              </a:buClr>
              <a:buSzPts val="6000"/>
              <a:buNone/>
              <a:defRPr sz="6000">
                <a:solidFill>
                  <a:schemeClr val="dk2"/>
                </a:solidFill>
              </a:defRPr>
            </a:lvl5pPr>
            <a:lvl6pPr lvl="5" algn="ctr" rtl="0">
              <a:spcBef>
                <a:spcPts val="0"/>
              </a:spcBef>
              <a:spcAft>
                <a:spcPts val="0"/>
              </a:spcAft>
              <a:buClr>
                <a:schemeClr val="dk2"/>
              </a:buClr>
              <a:buSzPts val="6000"/>
              <a:buNone/>
              <a:defRPr sz="6000">
                <a:solidFill>
                  <a:schemeClr val="dk2"/>
                </a:solidFill>
              </a:defRPr>
            </a:lvl6pPr>
            <a:lvl7pPr lvl="6" algn="ctr" rtl="0">
              <a:spcBef>
                <a:spcPts val="0"/>
              </a:spcBef>
              <a:spcAft>
                <a:spcPts val="0"/>
              </a:spcAft>
              <a:buClr>
                <a:schemeClr val="dk2"/>
              </a:buClr>
              <a:buSzPts val="6000"/>
              <a:buNone/>
              <a:defRPr sz="6000">
                <a:solidFill>
                  <a:schemeClr val="dk2"/>
                </a:solidFill>
              </a:defRPr>
            </a:lvl7pPr>
            <a:lvl8pPr lvl="7" algn="ctr" rtl="0">
              <a:spcBef>
                <a:spcPts val="0"/>
              </a:spcBef>
              <a:spcAft>
                <a:spcPts val="0"/>
              </a:spcAft>
              <a:buClr>
                <a:schemeClr val="dk2"/>
              </a:buClr>
              <a:buSzPts val="6000"/>
              <a:buNone/>
              <a:defRPr sz="6000">
                <a:solidFill>
                  <a:schemeClr val="dk2"/>
                </a:solidFill>
              </a:defRPr>
            </a:lvl8pPr>
            <a:lvl9pPr lvl="8" algn="ctr" rtl="0">
              <a:spcBef>
                <a:spcPts val="0"/>
              </a:spcBef>
              <a:spcAft>
                <a:spcPts val="0"/>
              </a:spcAft>
              <a:buClr>
                <a:schemeClr val="dk2"/>
              </a:buClr>
              <a:buSzPts val="6000"/>
              <a:buNone/>
              <a:defRPr sz="6000">
                <a:solidFill>
                  <a:schemeClr val="dk2"/>
                </a:solidFill>
              </a:defRPr>
            </a:lvl9pPr>
          </a:lstStyle>
          <a:p>
            <a:r>
              <a:t>xx%</a:t>
            </a:r>
          </a:p>
        </p:txBody>
      </p:sp>
      <p:sp>
        <p:nvSpPr>
          <p:cNvPr id="197" name="Google Shape;197;p30"/>
          <p:cNvSpPr txBox="1">
            <a:spLocks noGrp="1"/>
          </p:cNvSpPr>
          <p:nvPr>
            <p:ph type="subTitle" idx="5"/>
          </p:nvPr>
        </p:nvSpPr>
        <p:spPr>
          <a:xfrm>
            <a:off x="784200" y="4020799"/>
            <a:ext cx="4366500" cy="466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98"/>
        <p:cNvGrpSpPr/>
        <p:nvPr/>
      </p:nvGrpSpPr>
      <p:grpSpPr>
        <a:xfrm>
          <a:off x="0" y="0"/>
          <a:ext cx="0" cy="0"/>
          <a:chOff x="0" y="0"/>
          <a:chExt cx="0" cy="0"/>
        </a:xfrm>
      </p:grpSpPr>
      <p:pic>
        <p:nvPicPr>
          <p:cNvPr id="199" name="Google Shape;199;p31"/>
          <p:cNvPicPr preferRelativeResize="0"/>
          <p:nvPr/>
        </p:nvPicPr>
        <p:blipFill>
          <a:blip r:embed="rId2">
            <a:alphaModFix/>
          </a:blip>
          <a:stretch>
            <a:fillRect/>
          </a:stretch>
        </p:blipFill>
        <p:spPr>
          <a:xfrm>
            <a:off x="0" y="0"/>
            <a:ext cx="9144003" cy="5143501"/>
          </a:xfrm>
          <a:prstGeom prst="rect">
            <a:avLst/>
          </a:prstGeom>
          <a:noFill/>
          <a:ln>
            <a:noFill/>
          </a:ln>
        </p:spPr>
      </p:pic>
      <p:pic>
        <p:nvPicPr>
          <p:cNvPr id="200" name="Google Shape;200;p31"/>
          <p:cNvPicPr preferRelativeResize="0"/>
          <p:nvPr/>
        </p:nvPicPr>
        <p:blipFill>
          <a:blip r:embed="rId3">
            <a:alphaModFix/>
          </a:blip>
          <a:stretch>
            <a:fillRect/>
          </a:stretch>
        </p:blipFill>
        <p:spPr>
          <a:xfrm rot="10800000">
            <a:off x="-69474" y="-50175"/>
            <a:ext cx="9263669" cy="5243848"/>
          </a:xfrm>
          <a:prstGeom prst="rect">
            <a:avLst/>
          </a:prstGeom>
          <a:noFill/>
          <a:ln>
            <a:noFill/>
          </a:ln>
        </p:spPr>
      </p:pic>
      <p:sp>
        <p:nvSpPr>
          <p:cNvPr id="201" name="Google Shape;201;p31"/>
          <p:cNvSpPr txBox="1">
            <a:spLocks noGrp="1"/>
          </p:cNvSpPr>
          <p:nvPr>
            <p:ph type="title"/>
          </p:nvPr>
        </p:nvSpPr>
        <p:spPr>
          <a:xfrm>
            <a:off x="2347969" y="758175"/>
            <a:ext cx="44481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2" name="Google Shape;202;p31"/>
          <p:cNvSpPr txBox="1">
            <a:spLocks noGrp="1"/>
          </p:cNvSpPr>
          <p:nvPr>
            <p:ph type="subTitle" idx="1"/>
          </p:nvPr>
        </p:nvSpPr>
        <p:spPr>
          <a:xfrm>
            <a:off x="2347931" y="1761050"/>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3" name="Google Shape;203;p31"/>
          <p:cNvSpPr txBox="1"/>
          <p:nvPr/>
        </p:nvSpPr>
        <p:spPr>
          <a:xfrm>
            <a:off x="2347931" y="2819750"/>
            <a:ext cx="44481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Maven Pro"/>
                <a:ea typeface="Maven Pro"/>
                <a:cs typeface="Maven Pro"/>
                <a:sym typeface="Maven Pro"/>
              </a:rPr>
              <a:t>CREDITS:</a:t>
            </a:r>
            <a:r>
              <a:rPr lang="en" sz="1000">
                <a:solidFill>
                  <a:schemeClr val="dk1"/>
                </a:solidFill>
                <a:latin typeface="Maven Pro"/>
                <a:ea typeface="Maven Pro"/>
                <a:cs typeface="Maven Pro"/>
                <a:sym typeface="Maven Pro"/>
              </a:rPr>
              <a:t> This presentation template was created by </a:t>
            </a:r>
            <a:r>
              <a:rPr lang="en" sz="1000" b="1" u="sng">
                <a:solidFill>
                  <a:schemeClr val="dk1"/>
                </a:solidFill>
                <a:latin typeface="Maven Pro"/>
                <a:ea typeface="Maven Pro"/>
                <a:cs typeface="Maven Pro"/>
                <a:sym typeface="Maven Pro"/>
                <a:hlinkClick r:id="rId4">
                  <a:extLst>
                    <a:ext uri="{A12FA001-AC4F-418D-AE19-62706E023703}">
                      <ahyp:hlinkClr xmlns:ahyp="http://schemas.microsoft.com/office/drawing/2018/hyperlinkcolor" val="tx"/>
                    </a:ext>
                  </a:extLst>
                </a:hlinkClick>
              </a:rPr>
              <a:t>Slidesgo</a:t>
            </a:r>
            <a:r>
              <a:rPr lang="en" sz="1000">
                <a:solidFill>
                  <a:schemeClr val="dk1"/>
                </a:solidFill>
                <a:latin typeface="Maven Pro"/>
                <a:ea typeface="Maven Pro"/>
                <a:cs typeface="Maven Pro"/>
                <a:sym typeface="Maven Pro"/>
              </a:rPr>
              <a:t>, and includes icons by </a:t>
            </a:r>
            <a:r>
              <a:rPr lang="en" sz="1000" b="1" u="sng">
                <a:solidFill>
                  <a:schemeClr val="dk1"/>
                </a:solidFill>
                <a:latin typeface="Maven Pro"/>
                <a:ea typeface="Maven Pro"/>
                <a:cs typeface="Maven Pro"/>
                <a:sym typeface="Maven Pro"/>
                <a:hlinkClick r:id="rId5">
                  <a:extLst>
                    <a:ext uri="{A12FA001-AC4F-418D-AE19-62706E023703}">
                      <ahyp:hlinkClr xmlns:ahyp="http://schemas.microsoft.com/office/drawing/2018/hyperlinkcolor" val="tx"/>
                    </a:ext>
                  </a:extLst>
                </a:hlinkClick>
              </a:rPr>
              <a:t>Flaticon</a:t>
            </a:r>
            <a:r>
              <a:rPr lang="en" sz="1000">
                <a:solidFill>
                  <a:schemeClr val="dk1"/>
                </a:solidFill>
                <a:latin typeface="Maven Pro"/>
                <a:ea typeface="Maven Pro"/>
                <a:cs typeface="Maven Pro"/>
                <a:sym typeface="Maven Pro"/>
              </a:rPr>
              <a:t>, and infographics &amp; images by </a:t>
            </a:r>
            <a:r>
              <a:rPr lang="en" sz="1000" b="1" u="sng">
                <a:solidFill>
                  <a:schemeClr val="dk1"/>
                </a:solidFill>
                <a:latin typeface="Maven Pro"/>
                <a:ea typeface="Maven Pro"/>
                <a:cs typeface="Maven Pro"/>
                <a:sym typeface="Maven Pro"/>
                <a:hlinkClick r:id="rId6">
                  <a:extLst>
                    <a:ext uri="{A12FA001-AC4F-418D-AE19-62706E023703}">
                      <ahyp:hlinkClr xmlns:ahyp="http://schemas.microsoft.com/office/drawing/2018/hyperlinkcolor" val="tx"/>
                    </a:ext>
                  </a:extLst>
                </a:hlinkClick>
              </a:rPr>
              <a:t>Freepik</a:t>
            </a:r>
            <a:r>
              <a:rPr lang="en" sz="1000" u="sng">
                <a:solidFill>
                  <a:schemeClr val="dk1"/>
                </a:solidFill>
                <a:latin typeface="Maven Pro"/>
                <a:ea typeface="Maven Pro"/>
                <a:cs typeface="Maven Pro"/>
                <a:sym typeface="Maven Pro"/>
              </a:rPr>
              <a:t> </a:t>
            </a:r>
            <a:endParaRPr sz="1000" b="1" u="sng">
              <a:solidFill>
                <a:schemeClr val="dk1"/>
              </a:solidFill>
              <a:latin typeface="Maven Pro"/>
              <a:ea typeface="Maven Pro"/>
              <a:cs typeface="Maven Pro"/>
              <a:sym typeface="Maven Pr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04"/>
        <p:cNvGrpSpPr/>
        <p:nvPr/>
      </p:nvGrpSpPr>
      <p:grpSpPr>
        <a:xfrm>
          <a:off x="0" y="0"/>
          <a:ext cx="0" cy="0"/>
          <a:chOff x="0" y="0"/>
          <a:chExt cx="0" cy="0"/>
        </a:xfrm>
      </p:grpSpPr>
      <p:pic>
        <p:nvPicPr>
          <p:cNvPr id="205" name="Google Shape;205;p32"/>
          <p:cNvPicPr preferRelativeResize="0"/>
          <p:nvPr/>
        </p:nvPicPr>
        <p:blipFill>
          <a:blip r:embed="rId2">
            <a:alphaModFix/>
          </a:blip>
          <a:stretch>
            <a:fillRect/>
          </a:stretch>
        </p:blipFill>
        <p:spPr>
          <a:xfrm>
            <a:off x="-59778" y="-50175"/>
            <a:ext cx="9263677" cy="5243849"/>
          </a:xfrm>
          <a:prstGeom prst="rect">
            <a:avLst/>
          </a:prstGeom>
          <a:noFill/>
          <a:ln>
            <a:noFill/>
          </a:ln>
        </p:spPr>
      </p:pic>
      <p:pic>
        <p:nvPicPr>
          <p:cNvPr id="206" name="Google Shape;206;p32"/>
          <p:cNvPicPr preferRelativeResize="0"/>
          <p:nvPr/>
        </p:nvPicPr>
        <p:blipFill>
          <a:blip r:embed="rId3">
            <a:alphaModFix/>
          </a:blip>
          <a:stretch>
            <a:fillRect/>
          </a:stretch>
        </p:blipFill>
        <p:spPr>
          <a:xfrm flipH="1">
            <a:off x="-69474" y="-50175"/>
            <a:ext cx="9263669" cy="5243848"/>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07"/>
        <p:cNvGrpSpPr/>
        <p:nvPr/>
      </p:nvGrpSpPr>
      <p:grpSpPr>
        <a:xfrm>
          <a:off x="0" y="0"/>
          <a:ext cx="0" cy="0"/>
          <a:chOff x="0" y="0"/>
          <a:chExt cx="0" cy="0"/>
        </a:xfrm>
      </p:grpSpPr>
      <p:pic>
        <p:nvPicPr>
          <p:cNvPr id="208" name="Google Shape;208;p33"/>
          <p:cNvPicPr preferRelativeResize="0"/>
          <p:nvPr/>
        </p:nvPicPr>
        <p:blipFill>
          <a:blip r:embed="rId2">
            <a:alphaModFix/>
          </a:blip>
          <a:stretch>
            <a:fillRect/>
          </a:stretch>
        </p:blipFill>
        <p:spPr>
          <a:xfrm>
            <a:off x="-1" y="0"/>
            <a:ext cx="9144003" cy="5143501"/>
          </a:xfrm>
          <a:prstGeom prst="rect">
            <a:avLst/>
          </a:prstGeom>
          <a:noFill/>
          <a:ln>
            <a:noFill/>
          </a:ln>
        </p:spPr>
      </p:pic>
      <p:pic>
        <p:nvPicPr>
          <p:cNvPr id="209" name="Google Shape;209;p33"/>
          <p:cNvPicPr preferRelativeResize="0"/>
          <p:nvPr/>
        </p:nvPicPr>
        <p:blipFill>
          <a:blip r:embed="rId3">
            <a:alphaModFix/>
          </a:blip>
          <a:stretch>
            <a:fillRect/>
          </a:stretch>
        </p:blipFill>
        <p:spPr>
          <a:xfrm rot="10800000">
            <a:off x="-69474" y="-50175"/>
            <a:ext cx="9263669" cy="5243848"/>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13"/>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214"/>
        <p:cNvGrpSpPr/>
        <p:nvPr/>
      </p:nvGrpSpPr>
      <p:grpSpPr>
        <a:xfrm>
          <a:off x="0" y="0"/>
          <a:ext cx="0" cy="0"/>
          <a:chOff x="0" y="0"/>
          <a:chExt cx="0" cy="0"/>
        </a:xfrm>
      </p:grpSpPr>
      <p:sp>
        <p:nvSpPr>
          <p:cNvPr id="215" name="Google Shape;215;p36"/>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aven Pro"/>
              <a:buNone/>
              <a:defRPr sz="3000">
                <a:solidFill>
                  <a:schemeClr val="dk1"/>
                </a:solidFill>
                <a:latin typeface="Maven Pro"/>
                <a:ea typeface="Maven Pro"/>
                <a:cs typeface="Maven Pro"/>
                <a:sym typeface="Maven Pro"/>
              </a:defRPr>
            </a:lvl1pPr>
            <a:lvl2pPr lvl="1"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2pPr>
            <a:lvl3pPr lvl="2"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3pPr>
            <a:lvl4pPr lvl="3"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4pPr>
            <a:lvl5pPr lvl="4"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5pPr>
            <a:lvl6pPr lvl="5"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6pPr>
            <a:lvl7pPr lvl="6"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7pPr>
            <a:lvl8pPr lvl="7"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8pPr>
            <a:lvl9pPr lvl="8"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marL="914400" lvl="1" indent="-304800" rtl="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marL="1371600" lvl="2" indent="-304800" rtl="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marL="1828800" lvl="3" indent="-304800" rtl="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marL="2286000" lvl="4" indent="-304800" rtl="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marL="2743200" lvl="5" indent="-304800" rtl="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marL="3200400" lvl="6" indent="-304800" rtl="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marL="3657600" lvl="7" indent="-304800" rtl="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marL="4114800" lvl="8" indent="-304800" rtl="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210"/>
        <p:cNvGrpSpPr/>
        <p:nvPr/>
      </p:nvGrpSpPr>
      <p:grpSpPr>
        <a:xfrm>
          <a:off x="0" y="0"/>
          <a:ext cx="0" cy="0"/>
          <a:chOff x="0" y="0"/>
          <a:chExt cx="0" cy="0"/>
        </a:xfrm>
      </p:grpSpPr>
      <p:sp>
        <p:nvSpPr>
          <p:cNvPr id="211" name="Google Shape;211;p34"/>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12" name="Google Shape;212;p34"/>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80" r:id="rId1"/>
    <p:sldLayoutId id="214748368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1.xml"/><Relationship Id="rId5" Type="http://schemas.openxmlformats.org/officeDocument/2006/relationships/image" Target="../media/image6.jp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3.xml"/><Relationship Id="rId5"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7.xml"/><Relationship Id="rId5"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ot_cover.jpg"/>
          <p:cNvPicPr>
            <a:picLocks noChangeAspect="1"/>
          </p:cNvPicPr>
          <p:nvPr/>
        </p:nvPicPr>
        <p:blipFill>
          <a:blip r:embed="rId5"/>
          <a:stretch>
            <a:fillRect/>
          </a:stretch>
        </p:blipFill>
        <p:spPr>
          <a:xfrm>
            <a:off x="5080000" y="0"/>
            <a:ext cx="4064000" cy="5143500"/>
          </a:xfrm>
          <a:prstGeom prst="rect">
            <a:avLst/>
          </a:prstGeom>
        </p:spPr>
      </p:pic>
      <p:sp>
        <p:nvSpPr>
          <p:cNvPr id="3" name="TextBox 2"/>
          <p:cNvSpPr txBox="1"/>
          <p:nvPr/>
        </p:nvSpPr>
        <p:spPr>
          <a:xfrm>
            <a:off x="5080000" y="2368550"/>
            <a:ext cx="4064000" cy="177800"/>
          </a:xfrm>
          <a:prstGeom prst="rect">
            <a:avLst/>
          </a:prstGeom>
          <a:noFill/>
        </p:spPr>
        <p:txBody>
          <a:bodyPr wrap="square" lIns="0" tIns="0" rIns="0" bIns="0">
            <a:spAutoFit/>
          </a:bodyPr>
          <a:lstStyle/>
          <a:p>
            <a:pPr algn="ctr"/>
            <a:r>
              <a:rPr sz="1000" b="1">
                <a:solidFill>
                  <a:srgbClr val="94E3CC"/>
                </a:solidFill>
                <a:latin typeface="Maven Pro"/>
                <a:ea typeface="맑은 고딕"/>
                <a:cs typeface="맑은 고딕"/>
              </a:rPr>
              <a:t>사진 삽입 자리</a:t>
            </a:r>
          </a:p>
        </p:txBody>
      </p:sp>
      <p:sp>
        <p:nvSpPr>
          <p:cNvPr id="4" name="TextBox 3"/>
          <p:cNvSpPr txBox="1"/>
          <p:nvPr/>
        </p:nvSpPr>
        <p:spPr>
          <a:xfrm>
            <a:off x="5207000" y="2597150"/>
            <a:ext cx="3810000" cy="177800"/>
          </a:xfrm>
          <a:prstGeom prst="rect">
            <a:avLst/>
          </a:prstGeom>
          <a:noFill/>
        </p:spPr>
        <p:txBody>
          <a:bodyPr wrap="square" lIns="0" tIns="0" rIns="0" bIns="0">
            <a:spAutoFit/>
          </a:bodyPr>
          <a:lstStyle/>
          <a:p>
            <a:pPr algn="ctr"/>
            <a:r>
              <a:rPr sz="850" b="0" dirty="0" err="1">
                <a:solidFill>
                  <a:srgbClr val="B6D7A8"/>
                </a:solidFill>
                <a:latin typeface="Maven Pro"/>
                <a:ea typeface="맑은 고딕"/>
                <a:cs typeface="맑은 고딕"/>
              </a:rPr>
              <a:t>권장</a:t>
            </a:r>
            <a:r>
              <a:rPr sz="850" b="0" dirty="0">
                <a:solidFill>
                  <a:srgbClr val="B6D7A8"/>
                </a:solidFill>
                <a:latin typeface="Maven Pro"/>
                <a:ea typeface="맑은 고딕"/>
                <a:cs typeface="맑은 고딕"/>
              </a:rPr>
              <a:t> — </a:t>
            </a:r>
            <a:r>
              <a:rPr sz="850" b="0" dirty="0" err="1">
                <a:solidFill>
                  <a:srgbClr val="B6D7A8"/>
                </a:solidFill>
                <a:latin typeface="Maven Pro"/>
                <a:ea typeface="맑은 고딕"/>
                <a:cs typeface="맑은 고딕"/>
              </a:rPr>
              <a:t>영양제</a:t>
            </a:r>
            <a:r>
              <a:rPr sz="850" b="0" dirty="0">
                <a:solidFill>
                  <a:srgbClr val="B6D7A8"/>
                </a:solidFill>
                <a:latin typeface="Maven Pro"/>
                <a:ea typeface="맑은 고딕"/>
                <a:cs typeface="맑은 고딕"/>
              </a:rPr>
              <a:t> </a:t>
            </a:r>
            <a:r>
              <a:rPr sz="850" b="0" dirty="0" err="1">
                <a:solidFill>
                  <a:srgbClr val="B6D7A8"/>
                </a:solidFill>
                <a:latin typeface="Maven Pro"/>
                <a:ea typeface="맑은 고딕"/>
                <a:cs typeface="맑은 고딕"/>
              </a:rPr>
              <a:t>정제·캡슐</a:t>
            </a:r>
            <a:r>
              <a:rPr sz="850" b="0" dirty="0">
                <a:solidFill>
                  <a:srgbClr val="B6D7A8"/>
                </a:solidFill>
                <a:latin typeface="Maven Pro"/>
                <a:ea typeface="맑은 고딕"/>
                <a:cs typeface="맑은 고딕"/>
              </a:rPr>
              <a:t> </a:t>
            </a:r>
            <a:r>
              <a:rPr sz="850" b="0" dirty="0" err="1">
                <a:solidFill>
                  <a:srgbClr val="B6D7A8"/>
                </a:solidFill>
                <a:latin typeface="Maven Pro"/>
                <a:ea typeface="맑은 고딕"/>
                <a:cs typeface="맑은 고딕"/>
              </a:rPr>
              <a:t>클로즈업</a:t>
            </a:r>
            <a:r>
              <a:rPr sz="850" b="0" dirty="0">
                <a:solidFill>
                  <a:srgbClr val="B6D7A8"/>
                </a:solidFill>
                <a:latin typeface="Maven Pro"/>
                <a:ea typeface="맑은 고딕"/>
                <a:cs typeface="맑은 고딕"/>
              </a:rPr>
              <a:t> (</a:t>
            </a:r>
            <a:r>
              <a:rPr sz="850" b="0" dirty="0" err="1">
                <a:solidFill>
                  <a:srgbClr val="B6D7A8"/>
                </a:solidFill>
                <a:latin typeface="Maven Pro"/>
                <a:ea typeface="맑은 고딕"/>
                <a:cs typeface="맑은 고딕"/>
              </a:rPr>
              <a:t>세로형</a:t>
            </a:r>
            <a:r>
              <a:rPr sz="850" b="0" dirty="0">
                <a:solidFill>
                  <a:srgbClr val="B6D7A8"/>
                </a:solidFill>
                <a:latin typeface="Maven Pro"/>
                <a:ea typeface="맑은 고딕"/>
                <a:cs typeface="맑은 고딕"/>
              </a:rPr>
              <a:t>)</a:t>
            </a:r>
          </a:p>
        </p:txBody>
      </p:sp>
      <p:sp>
        <p:nvSpPr>
          <p:cNvPr id="5" name="Rectangle 4"/>
          <p:cNvSpPr/>
          <p:nvPr/>
        </p:nvSpPr>
        <p:spPr>
          <a:xfrm>
            <a:off x="4902200" y="0"/>
            <a:ext cx="228600" cy="5143500"/>
          </a:xfrm>
          <a:prstGeom prst="rect">
            <a:avLst/>
          </a:prstGeom>
          <a:solidFill>
            <a:srgbClr val="000F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3900" y="1498600"/>
            <a:ext cx="4064000" cy="254000"/>
          </a:xfrm>
          <a:prstGeom prst="rect">
            <a:avLst/>
          </a:prstGeom>
          <a:noFill/>
        </p:spPr>
        <p:txBody>
          <a:bodyPr wrap="square" lIns="0" tIns="0" rIns="0" bIns="0">
            <a:spAutoFit/>
          </a:bodyPr>
          <a:lstStyle/>
          <a:p>
            <a:pPr algn="l"/>
            <a:r>
              <a:rPr sz="950" b="1" spc="180">
                <a:solidFill>
                  <a:srgbClr val="94E3CC"/>
                </a:solidFill>
                <a:latin typeface="Maven Pro"/>
                <a:ea typeface="맑은 고딕"/>
                <a:cs typeface="맑은 고딕"/>
              </a:rPr>
              <a:t>W E E K  5   ·   1 차 시</a:t>
            </a:r>
          </a:p>
        </p:txBody>
      </p:sp>
      <p:sp>
        <p:nvSpPr>
          <p:cNvPr id="7" name="TextBox 6"/>
          <p:cNvSpPr txBox="1"/>
          <p:nvPr/>
        </p:nvSpPr>
        <p:spPr>
          <a:xfrm>
            <a:off x="335973" y="1773874"/>
            <a:ext cx="4617027" cy="1036951"/>
          </a:xfrm>
          <a:prstGeom prst="rect">
            <a:avLst/>
          </a:prstGeom>
          <a:noFill/>
        </p:spPr>
        <p:txBody>
          <a:bodyPr wrap="square" lIns="0" tIns="0" rIns="0" bIns="0">
            <a:spAutoFit/>
          </a:bodyPr>
          <a:lstStyle/>
          <a:p>
            <a:pPr algn="l">
              <a:lnSpc>
                <a:spcPct val="118000"/>
              </a:lnSpc>
            </a:pPr>
            <a:r>
              <a:rPr sz="3000" b="1" dirty="0" err="1">
                <a:solidFill>
                  <a:srgbClr val="FFFFFF"/>
                </a:solidFill>
                <a:latin typeface="Maven Pro"/>
                <a:ea typeface="맑은 고딕"/>
                <a:cs typeface="맑은 고딕"/>
              </a:rPr>
              <a:t>그린바이오</a:t>
            </a:r>
            <a:r>
              <a:rPr sz="3000" b="1" dirty="0">
                <a:solidFill>
                  <a:srgbClr val="FFFFFF"/>
                </a:solidFill>
                <a:latin typeface="Maven Pro"/>
                <a:ea typeface="맑은 고딕"/>
                <a:cs typeface="맑은 고딕"/>
              </a:rPr>
              <a:t> </a:t>
            </a:r>
            <a:r>
              <a:rPr sz="3000" b="1" dirty="0" err="1">
                <a:solidFill>
                  <a:srgbClr val="FFFFFF"/>
                </a:solidFill>
                <a:latin typeface="Maven Pro"/>
                <a:ea typeface="맑은 고딕"/>
                <a:cs typeface="맑은 고딕"/>
              </a:rPr>
              <a:t>상품의</a:t>
            </a:r>
            <a:r>
              <a:rPr sz="3000" b="1" dirty="0">
                <a:solidFill>
                  <a:srgbClr val="FFFFFF"/>
                </a:solidFill>
                <a:latin typeface="Maven Pro"/>
                <a:ea typeface="맑은 고딕"/>
                <a:cs typeface="맑은 고딕"/>
              </a:rPr>
              <a:t> </a:t>
            </a:r>
            <a:r>
              <a:rPr sz="3000" b="1" dirty="0" err="1">
                <a:solidFill>
                  <a:srgbClr val="FFFFFF"/>
                </a:solidFill>
                <a:latin typeface="Maven Pro"/>
                <a:ea typeface="맑은 고딕"/>
                <a:cs typeface="맑은 고딕"/>
              </a:rPr>
              <a:t>이해</a:t>
            </a:r>
            <a:r>
              <a:rPr sz="3000" b="1" dirty="0">
                <a:solidFill>
                  <a:srgbClr val="FFFFFF"/>
                </a:solidFill>
                <a:latin typeface="Maven Pro"/>
                <a:ea typeface="맑은 고딕"/>
                <a:cs typeface="맑은 고딕"/>
              </a:rPr>
              <a:t> Ⅱ</a:t>
            </a:r>
          </a:p>
          <a:p>
            <a:pPr algn="l">
              <a:lnSpc>
                <a:spcPct val="118000"/>
              </a:lnSpc>
            </a:pPr>
            <a:r>
              <a:rPr sz="3000" b="1" dirty="0" err="1">
                <a:solidFill>
                  <a:srgbClr val="FFFFFF"/>
                </a:solidFill>
                <a:latin typeface="Maven Pro"/>
                <a:ea typeface="맑은 고딕"/>
                <a:cs typeface="맑은 고딕"/>
              </a:rPr>
              <a:t>건강기능식품</a:t>
            </a:r>
            <a:endParaRPr sz="3000" b="1" dirty="0">
              <a:solidFill>
                <a:srgbClr val="FFFFFF"/>
              </a:solidFill>
              <a:latin typeface="Maven Pro"/>
              <a:ea typeface="맑은 고딕"/>
              <a:cs typeface="맑은 고딕"/>
            </a:endParaRPr>
          </a:p>
        </p:txBody>
      </p:sp>
      <p:sp>
        <p:nvSpPr>
          <p:cNvPr id="8" name="Rectangle 7"/>
          <p:cNvSpPr/>
          <p:nvPr/>
        </p:nvSpPr>
        <p:spPr>
          <a:xfrm>
            <a:off x="723900" y="2946400"/>
            <a:ext cx="584200" cy="2540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900" y="3124200"/>
            <a:ext cx="4191000" cy="254000"/>
          </a:xfrm>
          <a:prstGeom prst="rect">
            <a:avLst/>
          </a:prstGeom>
          <a:noFill/>
        </p:spPr>
        <p:txBody>
          <a:bodyPr wrap="square" lIns="0" tIns="0" rIns="0" bIns="0">
            <a:spAutoFit/>
          </a:bodyPr>
          <a:lstStyle/>
          <a:p>
            <a:pPr algn="l">
              <a:lnSpc>
                <a:spcPct val="130000"/>
              </a:lnSpc>
            </a:pPr>
            <a:r>
              <a:rPr sz="1400" b="1">
                <a:solidFill>
                  <a:srgbClr val="B6D7A8"/>
                </a:solidFill>
                <a:latin typeface="Maven Pro"/>
                <a:ea typeface="맑은 고딕"/>
                <a:cs typeface="맑은 고딕"/>
              </a:rPr>
              <a:t>기능성으로 신뢰를 파는 카테고리</a:t>
            </a:r>
          </a:p>
        </p:txBody>
      </p:sp>
      <p:sp>
        <p:nvSpPr>
          <p:cNvPr id="10" name="TextBox 9"/>
          <p:cNvSpPr txBox="1"/>
          <p:nvPr/>
        </p:nvSpPr>
        <p:spPr>
          <a:xfrm>
            <a:off x="723900" y="3810000"/>
            <a:ext cx="4191000" cy="254000"/>
          </a:xfrm>
          <a:prstGeom prst="rect">
            <a:avLst/>
          </a:prstGeom>
          <a:noFill/>
        </p:spPr>
        <p:txBody>
          <a:bodyPr wrap="square" lIns="0" tIns="0" rIns="0" bIns="0">
            <a:spAutoFit/>
          </a:bodyPr>
          <a:lstStyle/>
          <a:p>
            <a:pPr algn="l">
              <a:lnSpc>
                <a:spcPct val="140000"/>
              </a:lnSpc>
            </a:pPr>
            <a:r>
              <a:rPr sz="1000" b="0">
                <a:solidFill>
                  <a:srgbClr val="B6D7A8"/>
                </a:solidFill>
                <a:latin typeface="Maven Pro"/>
                <a:ea typeface="맑은 고딕"/>
                <a:cs typeface="맑은 고딕"/>
              </a:rPr>
              <a:t>그린바이오 전자상거래개론 · 2026학년도 2학기</a:t>
            </a:r>
          </a:p>
          <a:p>
            <a:pPr algn="l">
              <a:lnSpc>
                <a:spcPct val="140000"/>
              </a:lnSpc>
            </a:pPr>
            <a:r>
              <a:rPr sz="1000" b="0">
                <a:solidFill>
                  <a:srgbClr val="B6D7A8"/>
                </a:solidFill>
                <a:latin typeface="Maven Pro"/>
                <a:ea typeface="맑은 고딕"/>
                <a:cs typeface="맑은 고딕"/>
              </a:rPr>
              <a:t>담당교수 최경집</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 y="381000"/>
            <a:ext cx="5080000" cy="177800"/>
          </a:xfrm>
          <a:prstGeom prst="rect">
            <a:avLst/>
          </a:prstGeom>
          <a:noFill/>
        </p:spPr>
        <p:txBody>
          <a:bodyPr wrap="square" lIns="0" tIns="0" rIns="0" bIns="0">
            <a:spAutoFit/>
          </a:bodyPr>
          <a:lstStyle/>
          <a:p>
            <a:pPr algn="l"/>
            <a:r>
              <a:rPr sz="900" b="1" spc="200">
                <a:solidFill>
                  <a:srgbClr val="94E3CC"/>
                </a:solidFill>
                <a:latin typeface="Maven Pro"/>
                <a:ea typeface="맑은 고딕"/>
                <a:cs typeface="맑은 고딕"/>
              </a:rPr>
              <a:t>R O A D M A P</a:t>
            </a:r>
          </a:p>
        </p:txBody>
      </p:sp>
      <p:sp>
        <p:nvSpPr>
          <p:cNvPr id="3" name="TextBox 2"/>
          <p:cNvSpPr txBox="1"/>
          <p:nvPr/>
        </p:nvSpPr>
        <p:spPr>
          <a:xfrm>
            <a:off x="723900" y="584200"/>
            <a:ext cx="7708900" cy="457200"/>
          </a:xfrm>
          <a:prstGeom prst="rect">
            <a:avLst/>
          </a:prstGeom>
          <a:noFill/>
        </p:spPr>
        <p:txBody>
          <a:bodyPr wrap="square" lIns="0" tIns="0" rIns="0" bIns="0">
            <a:spAutoFit/>
          </a:bodyPr>
          <a:lstStyle/>
          <a:p>
            <a:pPr algn="l"/>
            <a:r>
              <a:rPr sz="2600" b="1">
                <a:solidFill>
                  <a:srgbClr val="FFFFFF"/>
                </a:solidFill>
                <a:latin typeface="Maven Pro"/>
                <a:ea typeface="맑은 고딕"/>
                <a:cs typeface="맑은 고딕"/>
              </a:rPr>
              <a:t>이번 주 로드맵</a:t>
            </a:r>
          </a:p>
        </p:txBody>
      </p:sp>
      <p:sp>
        <p:nvSpPr>
          <p:cNvPr id="4" name="TextBox 3"/>
          <p:cNvSpPr txBox="1"/>
          <p:nvPr/>
        </p:nvSpPr>
        <p:spPr>
          <a:xfrm>
            <a:off x="723900" y="1016000"/>
            <a:ext cx="7239000" cy="254000"/>
          </a:xfrm>
          <a:prstGeom prst="rect">
            <a:avLst/>
          </a:prstGeom>
          <a:noFill/>
        </p:spPr>
        <p:txBody>
          <a:bodyPr wrap="square" lIns="0" tIns="0" rIns="0" bIns="0">
            <a:spAutoFit/>
          </a:bodyPr>
          <a:lstStyle/>
          <a:p>
            <a:pPr algn="l"/>
            <a:r>
              <a:rPr sz="1050" b="0">
                <a:solidFill>
                  <a:srgbClr val="B6D7A8"/>
                </a:solidFill>
                <a:latin typeface="Maven Pro"/>
                <a:ea typeface="맑은 고딕"/>
                <a:cs typeface="맑은 고딕"/>
              </a:rPr>
              <a:t>그린바이오 상품 중 가장 온라인 친화적인 카테고리를 집중 학습합니다</a:t>
            </a:r>
          </a:p>
        </p:txBody>
      </p:sp>
      <p:sp>
        <p:nvSpPr>
          <p:cNvPr id="5" name="Rounded Rectangle 4"/>
          <p:cNvSpPr/>
          <p:nvPr/>
        </p:nvSpPr>
        <p:spPr>
          <a:xfrm>
            <a:off x="723900" y="1549400"/>
            <a:ext cx="2362200" cy="2032000"/>
          </a:xfrm>
          <a:prstGeom prst="roundRect">
            <a:avLst>
              <a:gd name="adj" fmla="val 4500"/>
            </a:avLst>
          </a:prstGeom>
          <a:solidFill>
            <a:srgbClr val="022D26"/>
          </a:solidFill>
          <a:ln w="13970">
            <a:solidFill>
              <a:srgbClr val="14A1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a:off x="952500" y="1778000"/>
            <a:ext cx="558800" cy="215900"/>
          </a:xfrm>
          <a:prstGeom prst="roundRect">
            <a:avLst>
              <a:gd name="adj" fmla="val 35000"/>
            </a:avLst>
          </a:prstGeom>
          <a:solidFill>
            <a:srgbClr val="065640"/>
          </a:solidFill>
          <a:ln w="6350">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94E3CC"/>
                </a:solidFill>
                <a:latin typeface="Maven Pro"/>
                <a:ea typeface="맑은 고딕"/>
                <a:cs typeface="맑은 고딕"/>
              </a:rPr>
              <a:t>1차시</a:t>
            </a:r>
          </a:p>
        </p:txBody>
      </p:sp>
      <p:sp>
        <p:nvSpPr>
          <p:cNvPr id="7" name="TextBox 6"/>
          <p:cNvSpPr txBox="1"/>
          <p:nvPr/>
        </p:nvSpPr>
        <p:spPr>
          <a:xfrm>
            <a:off x="952500" y="2184400"/>
            <a:ext cx="1930400" cy="254000"/>
          </a:xfrm>
          <a:prstGeom prst="rect">
            <a:avLst/>
          </a:prstGeom>
          <a:noFill/>
        </p:spPr>
        <p:txBody>
          <a:bodyPr wrap="square" lIns="0" tIns="0" rIns="0" bIns="0">
            <a:spAutoFit/>
          </a:bodyPr>
          <a:lstStyle/>
          <a:p>
            <a:pPr algn="l">
              <a:lnSpc>
                <a:spcPct val="120000"/>
              </a:lnSpc>
            </a:pPr>
            <a:r>
              <a:rPr sz="1400" b="1">
                <a:solidFill>
                  <a:srgbClr val="FFFFFF"/>
                </a:solidFill>
                <a:latin typeface="Maven Pro"/>
                <a:ea typeface="맑은 고딕"/>
                <a:cs typeface="맑은 고딕"/>
              </a:rPr>
              <a:t>건강기능식품</a:t>
            </a:r>
          </a:p>
        </p:txBody>
      </p:sp>
      <p:sp>
        <p:nvSpPr>
          <p:cNvPr id="8" name="Rectangle 7"/>
          <p:cNvSpPr/>
          <p:nvPr/>
        </p:nvSpPr>
        <p:spPr>
          <a:xfrm>
            <a:off x="952500" y="2717800"/>
            <a:ext cx="279400" cy="2032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2500" y="2844800"/>
            <a:ext cx="1955800" cy="254000"/>
          </a:xfrm>
          <a:prstGeom prst="rect">
            <a:avLst/>
          </a:prstGeom>
          <a:noFill/>
        </p:spPr>
        <p:txBody>
          <a:bodyPr wrap="square" lIns="0" tIns="0" rIns="0" bIns="0">
            <a:spAutoFit/>
          </a:bodyPr>
          <a:lstStyle/>
          <a:p>
            <a:pPr algn="l">
              <a:lnSpc>
                <a:spcPct val="135000"/>
              </a:lnSpc>
            </a:pPr>
            <a:r>
              <a:rPr sz="1000" b="0">
                <a:solidFill>
                  <a:srgbClr val="B6D7A8"/>
                </a:solidFill>
                <a:latin typeface="Maven Pro"/>
                <a:ea typeface="맑은 고딕"/>
                <a:cs typeface="맑은 고딕"/>
              </a:rPr>
              <a:t>개념 · 종류 · 특징</a:t>
            </a:r>
          </a:p>
          <a:p>
            <a:pPr algn="l">
              <a:lnSpc>
                <a:spcPct val="135000"/>
              </a:lnSpc>
            </a:pPr>
            <a:r>
              <a:rPr sz="1000" b="0">
                <a:solidFill>
                  <a:srgbClr val="B6D7A8"/>
                </a:solidFill>
                <a:latin typeface="Maven Pro"/>
                <a:ea typeface="맑은 고딕"/>
                <a:cs typeface="맑은 고딕"/>
              </a:rPr>
              <a:t>온라인 판매 관점</a:t>
            </a:r>
          </a:p>
        </p:txBody>
      </p:sp>
      <p:sp>
        <p:nvSpPr>
          <p:cNvPr id="10" name="Rounded Rectangle 9"/>
          <p:cNvSpPr/>
          <p:nvPr/>
        </p:nvSpPr>
        <p:spPr>
          <a:xfrm>
            <a:off x="3390900" y="1549400"/>
            <a:ext cx="2362200" cy="20320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3619500" y="1778000"/>
            <a:ext cx="558800" cy="215900"/>
          </a:xfrm>
          <a:prstGeom prst="roundRect">
            <a:avLst>
              <a:gd name="adj" fmla="val 35000"/>
            </a:avLst>
          </a:prstGeom>
          <a:solidFill>
            <a:srgbClr val="065640"/>
          </a:solidFill>
          <a:ln w="6350">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94E3CC"/>
                </a:solidFill>
                <a:latin typeface="Maven Pro"/>
                <a:ea typeface="맑은 고딕"/>
                <a:cs typeface="맑은 고딕"/>
              </a:rPr>
              <a:t>2차시</a:t>
            </a:r>
          </a:p>
        </p:txBody>
      </p:sp>
      <p:sp>
        <p:nvSpPr>
          <p:cNvPr id="12" name="TextBox 11"/>
          <p:cNvSpPr txBox="1"/>
          <p:nvPr/>
        </p:nvSpPr>
        <p:spPr>
          <a:xfrm>
            <a:off x="3619500" y="2184400"/>
            <a:ext cx="1930400" cy="254000"/>
          </a:xfrm>
          <a:prstGeom prst="rect">
            <a:avLst/>
          </a:prstGeom>
          <a:noFill/>
        </p:spPr>
        <p:txBody>
          <a:bodyPr wrap="square" lIns="0" tIns="0" rIns="0" bIns="0">
            <a:spAutoFit/>
          </a:bodyPr>
          <a:lstStyle/>
          <a:p>
            <a:pPr algn="l">
              <a:lnSpc>
                <a:spcPct val="120000"/>
              </a:lnSpc>
            </a:pPr>
            <a:r>
              <a:rPr sz="1400" b="1">
                <a:solidFill>
                  <a:srgbClr val="FFFFFF"/>
                </a:solidFill>
                <a:latin typeface="Maven Pro"/>
                <a:ea typeface="맑은 고딕"/>
                <a:cs typeface="맑은 고딕"/>
              </a:rPr>
              <a:t>제조·유통 법규</a:t>
            </a:r>
          </a:p>
        </p:txBody>
      </p:sp>
      <p:sp>
        <p:nvSpPr>
          <p:cNvPr id="13" name="Rectangle 12"/>
          <p:cNvSpPr/>
          <p:nvPr/>
        </p:nvSpPr>
        <p:spPr>
          <a:xfrm>
            <a:off x="3619500" y="2717800"/>
            <a:ext cx="279400" cy="2032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19500" y="2844800"/>
            <a:ext cx="1955800" cy="254000"/>
          </a:xfrm>
          <a:prstGeom prst="rect">
            <a:avLst/>
          </a:prstGeom>
          <a:noFill/>
        </p:spPr>
        <p:txBody>
          <a:bodyPr wrap="square" lIns="0" tIns="0" rIns="0" bIns="0">
            <a:spAutoFit/>
          </a:bodyPr>
          <a:lstStyle/>
          <a:p>
            <a:pPr algn="l">
              <a:lnSpc>
                <a:spcPct val="135000"/>
              </a:lnSpc>
            </a:pPr>
            <a:r>
              <a:rPr sz="1000" b="0">
                <a:solidFill>
                  <a:srgbClr val="B6D7A8"/>
                </a:solidFill>
                <a:latin typeface="Maven Pro"/>
                <a:ea typeface="맑은 고딕"/>
                <a:cs typeface="맑은 고딕"/>
              </a:rPr>
              <a:t>식품위생법 · 건강기능식품법</a:t>
            </a:r>
          </a:p>
          <a:p>
            <a:pPr algn="l">
              <a:lnSpc>
                <a:spcPct val="135000"/>
              </a:lnSpc>
            </a:pPr>
            <a:r>
              <a:rPr sz="1000" b="0">
                <a:solidFill>
                  <a:srgbClr val="B6D7A8"/>
                </a:solidFill>
                <a:latin typeface="Maven Pro"/>
                <a:ea typeface="맑은 고딕"/>
                <a:cs typeface="맑은 고딕"/>
              </a:rPr>
              <a:t>표시광고법 · 전자상거래법</a:t>
            </a:r>
          </a:p>
        </p:txBody>
      </p:sp>
      <p:sp>
        <p:nvSpPr>
          <p:cNvPr id="15" name="Rounded Rectangle 14"/>
          <p:cNvSpPr/>
          <p:nvPr/>
        </p:nvSpPr>
        <p:spPr>
          <a:xfrm>
            <a:off x="6057900" y="1549400"/>
            <a:ext cx="2362200" cy="20320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6286500" y="1778000"/>
            <a:ext cx="558800" cy="215900"/>
          </a:xfrm>
          <a:prstGeom prst="roundRect">
            <a:avLst>
              <a:gd name="adj" fmla="val 35000"/>
            </a:avLst>
          </a:prstGeom>
          <a:solidFill>
            <a:srgbClr val="065640"/>
          </a:solidFill>
          <a:ln w="6350">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94E3CC"/>
                </a:solidFill>
                <a:latin typeface="Maven Pro"/>
                <a:ea typeface="맑은 고딕"/>
                <a:cs typeface="맑은 고딕"/>
              </a:rPr>
              <a:t>3차시</a:t>
            </a:r>
          </a:p>
        </p:txBody>
      </p:sp>
      <p:sp>
        <p:nvSpPr>
          <p:cNvPr id="17" name="TextBox 16"/>
          <p:cNvSpPr txBox="1"/>
          <p:nvPr/>
        </p:nvSpPr>
        <p:spPr>
          <a:xfrm>
            <a:off x="6286500" y="2184400"/>
            <a:ext cx="1930400" cy="254000"/>
          </a:xfrm>
          <a:prstGeom prst="rect">
            <a:avLst/>
          </a:prstGeom>
          <a:noFill/>
        </p:spPr>
        <p:txBody>
          <a:bodyPr wrap="square" lIns="0" tIns="0" rIns="0" bIns="0">
            <a:spAutoFit/>
          </a:bodyPr>
          <a:lstStyle/>
          <a:p>
            <a:pPr algn="l">
              <a:lnSpc>
                <a:spcPct val="120000"/>
              </a:lnSpc>
            </a:pPr>
            <a:r>
              <a:rPr sz="1400" b="1">
                <a:solidFill>
                  <a:srgbClr val="FFFFFF"/>
                </a:solidFill>
                <a:latin typeface="Maven Pro"/>
                <a:ea typeface="맑은 고딕"/>
                <a:cs typeface="맑은 고딕"/>
              </a:rPr>
              <a:t>표시·광고 규제</a:t>
            </a:r>
          </a:p>
        </p:txBody>
      </p:sp>
      <p:sp>
        <p:nvSpPr>
          <p:cNvPr id="18" name="Rectangle 17"/>
          <p:cNvSpPr/>
          <p:nvPr/>
        </p:nvSpPr>
        <p:spPr>
          <a:xfrm>
            <a:off x="6286500" y="2717800"/>
            <a:ext cx="279400" cy="2032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86500" y="2844800"/>
            <a:ext cx="1955800" cy="254000"/>
          </a:xfrm>
          <a:prstGeom prst="rect">
            <a:avLst/>
          </a:prstGeom>
          <a:noFill/>
        </p:spPr>
        <p:txBody>
          <a:bodyPr wrap="square" lIns="0" tIns="0" rIns="0" bIns="0">
            <a:spAutoFit/>
          </a:bodyPr>
          <a:lstStyle/>
          <a:p>
            <a:pPr algn="l">
              <a:lnSpc>
                <a:spcPct val="135000"/>
              </a:lnSpc>
            </a:pPr>
            <a:r>
              <a:rPr sz="1000" b="0">
                <a:solidFill>
                  <a:srgbClr val="B6D7A8"/>
                </a:solidFill>
                <a:latin typeface="Maven Pro"/>
                <a:ea typeface="맑은 고딕"/>
                <a:cs typeface="맑은 고딕"/>
              </a:rPr>
              <a:t>전자상거래 표시광고 규제와</a:t>
            </a:r>
          </a:p>
          <a:p>
            <a:pPr algn="l">
              <a:lnSpc>
                <a:spcPct val="135000"/>
              </a:lnSpc>
            </a:pPr>
            <a:r>
              <a:rPr sz="1000" b="0">
                <a:solidFill>
                  <a:srgbClr val="B6D7A8"/>
                </a:solidFill>
                <a:latin typeface="Maven Pro"/>
                <a:ea typeface="맑은 고딕"/>
                <a:cs typeface="맑은 고딕"/>
              </a:rPr>
              <a:t>소비자보호 제도</a:t>
            </a:r>
          </a:p>
        </p:txBody>
      </p:sp>
      <p:sp>
        <p:nvSpPr>
          <p:cNvPr id="20" name="Rectangle 19"/>
          <p:cNvSpPr/>
          <p:nvPr/>
        </p:nvSpPr>
        <p:spPr>
          <a:xfrm>
            <a:off x="723900" y="3937000"/>
            <a:ext cx="31750" cy="330200"/>
          </a:xfrm>
          <a:prstGeom prst="rect">
            <a:avLst/>
          </a:prstGeom>
          <a:solidFill>
            <a:srgbClr val="94E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6300" y="4017461"/>
            <a:ext cx="7239000" cy="169277"/>
          </a:xfrm>
          <a:prstGeom prst="rect">
            <a:avLst/>
          </a:prstGeom>
          <a:noFill/>
        </p:spPr>
        <p:txBody>
          <a:bodyPr wrap="square" lIns="0" tIns="0" rIns="0" bIns="0" anchor="ctr">
            <a:spAutoFit/>
          </a:bodyPr>
          <a:lstStyle/>
          <a:p>
            <a:pPr algn="l"/>
            <a:r>
              <a:rPr sz="1100" b="1" dirty="0" err="1">
                <a:solidFill>
                  <a:srgbClr val="FFFFFF"/>
                </a:solidFill>
                <a:latin typeface="Maven Pro"/>
                <a:ea typeface="맑은 고딕"/>
                <a:cs typeface="맑은 고딕"/>
              </a:rPr>
              <a:t>지난주가</a:t>
            </a:r>
            <a:r>
              <a:rPr sz="1100" b="1" dirty="0">
                <a:solidFill>
                  <a:srgbClr val="FFFFFF"/>
                </a:solidFill>
                <a:latin typeface="Maven Pro"/>
                <a:ea typeface="맑은 고딕"/>
                <a:cs typeface="맑은 고딕"/>
              </a:rPr>
              <a:t> </a:t>
            </a:r>
            <a:r>
              <a:rPr sz="1100" b="1" dirty="0" err="1">
                <a:solidFill>
                  <a:srgbClr val="FFFFFF"/>
                </a:solidFill>
                <a:latin typeface="Maven Pro"/>
                <a:ea typeface="맑은 고딕"/>
                <a:cs typeface="맑은 고딕"/>
              </a:rPr>
              <a:t>상품의</a:t>
            </a:r>
            <a:r>
              <a:rPr sz="1100" b="1" dirty="0">
                <a:solidFill>
                  <a:srgbClr val="FFFFFF"/>
                </a:solidFill>
                <a:latin typeface="Maven Pro"/>
                <a:ea typeface="맑은 고딕"/>
                <a:cs typeface="맑은 고딕"/>
              </a:rPr>
              <a:t> </a:t>
            </a:r>
            <a:r>
              <a:rPr sz="1100" b="1" dirty="0" err="1">
                <a:solidFill>
                  <a:srgbClr val="FFFFFF"/>
                </a:solidFill>
                <a:latin typeface="Maven Pro"/>
                <a:ea typeface="맑은 고딕"/>
                <a:cs typeface="맑은 고딕"/>
              </a:rPr>
              <a:t>물리적</a:t>
            </a:r>
            <a:r>
              <a:rPr sz="1100" b="1" dirty="0">
                <a:solidFill>
                  <a:srgbClr val="FFFFFF"/>
                </a:solidFill>
                <a:latin typeface="Maven Pro"/>
                <a:ea typeface="맑은 고딕"/>
                <a:cs typeface="맑은 고딕"/>
              </a:rPr>
              <a:t> </a:t>
            </a:r>
            <a:r>
              <a:rPr sz="1100" b="1" dirty="0" err="1">
                <a:solidFill>
                  <a:srgbClr val="FFFFFF"/>
                </a:solidFill>
                <a:latin typeface="Maven Pro"/>
                <a:ea typeface="맑은 고딕"/>
                <a:cs typeface="맑은 고딕"/>
              </a:rPr>
              <a:t>성격이었다면</a:t>
            </a:r>
            <a:r>
              <a:rPr sz="1100" b="1" dirty="0">
                <a:solidFill>
                  <a:srgbClr val="FFFFFF"/>
                </a:solidFill>
                <a:latin typeface="Maven Pro"/>
                <a:ea typeface="맑은 고딕"/>
                <a:cs typeface="맑은 고딕"/>
              </a:rPr>
              <a:t>, </a:t>
            </a:r>
            <a:r>
              <a:rPr sz="1100" b="1" dirty="0" err="1">
                <a:solidFill>
                  <a:srgbClr val="FFFFFF"/>
                </a:solidFill>
                <a:latin typeface="Maven Pro"/>
                <a:ea typeface="맑은 고딕"/>
                <a:cs typeface="맑은 고딕"/>
              </a:rPr>
              <a:t>이번</a:t>
            </a:r>
            <a:r>
              <a:rPr sz="1100" b="1" dirty="0">
                <a:solidFill>
                  <a:srgbClr val="FFFFFF"/>
                </a:solidFill>
                <a:latin typeface="Maven Pro"/>
                <a:ea typeface="맑은 고딕"/>
                <a:cs typeface="맑은 고딕"/>
              </a:rPr>
              <a:t> </a:t>
            </a:r>
            <a:r>
              <a:rPr sz="1100" b="1" dirty="0" err="1">
                <a:solidFill>
                  <a:srgbClr val="FFFFFF"/>
                </a:solidFill>
                <a:latin typeface="Maven Pro"/>
                <a:ea typeface="맑은 고딕"/>
                <a:cs typeface="맑은 고딕"/>
              </a:rPr>
              <a:t>주는</a:t>
            </a:r>
            <a:r>
              <a:rPr sz="1100" b="1" dirty="0">
                <a:solidFill>
                  <a:srgbClr val="FFFFFF"/>
                </a:solidFill>
                <a:latin typeface="Maven Pro"/>
                <a:ea typeface="맑은 고딕"/>
                <a:cs typeface="맑은 고딕"/>
              </a:rPr>
              <a:t> </a:t>
            </a:r>
            <a:r>
              <a:rPr sz="1100" b="1" dirty="0" err="1">
                <a:solidFill>
                  <a:srgbClr val="FFFFFF"/>
                </a:solidFill>
                <a:latin typeface="Maven Pro"/>
                <a:ea typeface="맑은 고딕"/>
                <a:cs typeface="맑은 고딕"/>
              </a:rPr>
              <a:t>상품의</a:t>
            </a:r>
            <a:r>
              <a:rPr sz="1100" b="1" dirty="0">
                <a:solidFill>
                  <a:srgbClr val="FFFFFF"/>
                </a:solidFill>
                <a:latin typeface="Maven Pro"/>
                <a:ea typeface="맑은 고딕"/>
                <a:cs typeface="맑은 고딕"/>
              </a:rPr>
              <a:t> </a:t>
            </a:r>
            <a:r>
              <a:rPr sz="1100" b="1" dirty="0" err="1">
                <a:solidFill>
                  <a:srgbClr val="FFFFFF"/>
                </a:solidFill>
                <a:latin typeface="Maven Pro"/>
                <a:ea typeface="맑은 고딕"/>
                <a:cs typeface="맑은 고딕"/>
              </a:rPr>
              <a:t>법적</a:t>
            </a:r>
            <a:r>
              <a:rPr sz="1100" b="1" dirty="0">
                <a:solidFill>
                  <a:srgbClr val="FFFFFF"/>
                </a:solidFill>
                <a:latin typeface="Maven Pro"/>
                <a:ea typeface="맑은 고딕"/>
                <a:cs typeface="맑은 고딕"/>
              </a:rPr>
              <a:t> </a:t>
            </a:r>
            <a:r>
              <a:rPr sz="1100" b="1" dirty="0" err="1">
                <a:solidFill>
                  <a:srgbClr val="FFFFFF"/>
                </a:solidFill>
                <a:latin typeface="Maven Pro"/>
                <a:ea typeface="맑은 고딕"/>
                <a:cs typeface="맑은 고딕"/>
              </a:rPr>
              <a:t>성격입니다</a:t>
            </a:r>
            <a:endParaRPr sz="1100" b="1" dirty="0">
              <a:solidFill>
                <a:srgbClr val="FFFFFF"/>
              </a:solidFill>
              <a:latin typeface="Maven Pro"/>
              <a:ea typeface="맑은 고딕"/>
              <a:cs typeface="맑은 고딕"/>
            </a:endParaRPr>
          </a:p>
        </p:txBody>
      </p:sp>
      <p:sp>
        <p:nvSpPr>
          <p:cNvPr id="22" name="TextBox 21"/>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23" name="TextBox 22"/>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ot_section.jpg"/>
          <p:cNvPicPr>
            <a:picLocks noChangeAspect="1"/>
          </p:cNvPicPr>
          <p:nvPr/>
        </p:nvPicPr>
        <p:blipFill>
          <a:blip r:embed="rId5"/>
          <a:stretch>
            <a:fillRect/>
          </a:stretch>
        </p:blipFill>
        <p:spPr>
          <a:xfrm>
            <a:off x="5080000" y="0"/>
            <a:ext cx="4064000" cy="5143500"/>
          </a:xfrm>
          <a:prstGeom prst="rect">
            <a:avLst/>
          </a:prstGeom>
        </p:spPr>
      </p:pic>
      <p:sp>
        <p:nvSpPr>
          <p:cNvPr id="3" name="TextBox 2"/>
          <p:cNvSpPr txBox="1"/>
          <p:nvPr/>
        </p:nvSpPr>
        <p:spPr>
          <a:xfrm>
            <a:off x="5080000" y="2368550"/>
            <a:ext cx="4064000" cy="177800"/>
          </a:xfrm>
          <a:prstGeom prst="rect">
            <a:avLst/>
          </a:prstGeom>
          <a:noFill/>
        </p:spPr>
        <p:txBody>
          <a:bodyPr wrap="square" lIns="0" tIns="0" rIns="0" bIns="0">
            <a:spAutoFit/>
          </a:bodyPr>
          <a:lstStyle/>
          <a:p>
            <a:pPr algn="ctr"/>
            <a:r>
              <a:rPr sz="1000" b="1">
                <a:solidFill>
                  <a:srgbClr val="94E3CC"/>
                </a:solidFill>
                <a:latin typeface="Maven Pro"/>
                <a:ea typeface="맑은 고딕"/>
                <a:cs typeface="맑은 고딕"/>
              </a:rPr>
              <a:t>사진 삽입 자리</a:t>
            </a:r>
          </a:p>
        </p:txBody>
      </p:sp>
      <p:sp>
        <p:nvSpPr>
          <p:cNvPr id="4" name="TextBox 3"/>
          <p:cNvSpPr txBox="1"/>
          <p:nvPr/>
        </p:nvSpPr>
        <p:spPr>
          <a:xfrm>
            <a:off x="5207000" y="2597150"/>
            <a:ext cx="3810000" cy="177800"/>
          </a:xfrm>
          <a:prstGeom prst="rect">
            <a:avLst/>
          </a:prstGeom>
          <a:noFill/>
        </p:spPr>
        <p:txBody>
          <a:bodyPr wrap="square" lIns="0" tIns="0" rIns="0" bIns="0">
            <a:spAutoFit/>
          </a:bodyPr>
          <a:lstStyle/>
          <a:p>
            <a:pPr algn="ctr"/>
            <a:r>
              <a:rPr sz="850" b="0" dirty="0" err="1">
                <a:solidFill>
                  <a:srgbClr val="B6D7A8"/>
                </a:solidFill>
                <a:latin typeface="Maven Pro"/>
                <a:ea typeface="맑은 고딕"/>
                <a:cs typeface="맑은 고딕"/>
              </a:rPr>
              <a:t>권장</a:t>
            </a:r>
            <a:r>
              <a:rPr sz="850" b="0" dirty="0">
                <a:solidFill>
                  <a:srgbClr val="B6D7A8"/>
                </a:solidFill>
                <a:latin typeface="Maven Pro"/>
                <a:ea typeface="맑은 고딕"/>
                <a:cs typeface="맑은 고딕"/>
              </a:rPr>
              <a:t> — 오메가3·프로바이오틱스 </a:t>
            </a:r>
            <a:r>
              <a:rPr sz="850" b="0" dirty="0" err="1">
                <a:solidFill>
                  <a:srgbClr val="B6D7A8"/>
                </a:solidFill>
                <a:latin typeface="Maven Pro"/>
                <a:ea typeface="맑은 고딕"/>
                <a:cs typeface="맑은 고딕"/>
              </a:rPr>
              <a:t>제품</a:t>
            </a:r>
            <a:r>
              <a:rPr sz="850" b="0" dirty="0">
                <a:solidFill>
                  <a:srgbClr val="B6D7A8"/>
                </a:solidFill>
                <a:latin typeface="Maven Pro"/>
                <a:ea typeface="맑은 고딕"/>
                <a:cs typeface="맑은 고딕"/>
              </a:rPr>
              <a:t> </a:t>
            </a:r>
            <a:r>
              <a:rPr sz="850" b="0" dirty="0" err="1">
                <a:solidFill>
                  <a:srgbClr val="B6D7A8"/>
                </a:solidFill>
                <a:latin typeface="Maven Pro"/>
                <a:ea typeface="맑은 고딕"/>
                <a:cs typeface="맑은 고딕"/>
              </a:rPr>
              <a:t>클로즈업</a:t>
            </a:r>
            <a:r>
              <a:rPr sz="850" b="0" dirty="0">
                <a:solidFill>
                  <a:srgbClr val="B6D7A8"/>
                </a:solidFill>
                <a:latin typeface="Maven Pro"/>
                <a:ea typeface="맑은 고딕"/>
                <a:cs typeface="맑은 고딕"/>
              </a:rPr>
              <a:t> (</a:t>
            </a:r>
            <a:r>
              <a:rPr sz="850" b="0" dirty="0" err="1">
                <a:solidFill>
                  <a:srgbClr val="B6D7A8"/>
                </a:solidFill>
                <a:latin typeface="Maven Pro"/>
                <a:ea typeface="맑은 고딕"/>
                <a:cs typeface="맑은 고딕"/>
              </a:rPr>
              <a:t>세로형</a:t>
            </a:r>
            <a:r>
              <a:rPr sz="850" b="0" dirty="0">
                <a:solidFill>
                  <a:srgbClr val="B6D7A8"/>
                </a:solidFill>
                <a:latin typeface="Maven Pro"/>
                <a:ea typeface="맑은 고딕"/>
                <a:cs typeface="맑은 고딕"/>
              </a:rPr>
              <a:t>)</a:t>
            </a:r>
          </a:p>
        </p:txBody>
      </p:sp>
      <p:sp>
        <p:nvSpPr>
          <p:cNvPr id="5" name="Rectangle 4"/>
          <p:cNvSpPr/>
          <p:nvPr/>
        </p:nvSpPr>
        <p:spPr>
          <a:xfrm>
            <a:off x="4902200" y="0"/>
            <a:ext cx="228600" cy="5143500"/>
          </a:xfrm>
          <a:prstGeom prst="rect">
            <a:avLst/>
          </a:prstGeom>
          <a:solidFill>
            <a:srgbClr val="000F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3900" y="1625600"/>
            <a:ext cx="2794000" cy="254000"/>
          </a:xfrm>
          <a:prstGeom prst="rect">
            <a:avLst/>
          </a:prstGeom>
          <a:noFill/>
        </p:spPr>
        <p:txBody>
          <a:bodyPr wrap="square" lIns="0" tIns="0" rIns="0" bIns="0">
            <a:spAutoFit/>
          </a:bodyPr>
          <a:lstStyle/>
          <a:p>
            <a:pPr algn="l"/>
            <a:r>
              <a:rPr sz="1000" b="1" spc="200">
                <a:solidFill>
                  <a:srgbClr val="94E3CC"/>
                </a:solidFill>
                <a:latin typeface="Maven Pro"/>
                <a:ea typeface="맑은 고딕"/>
                <a:cs typeface="맑은 고딕"/>
              </a:rPr>
              <a:t>S E C T I O N  1</a:t>
            </a:r>
          </a:p>
        </p:txBody>
      </p:sp>
      <p:sp>
        <p:nvSpPr>
          <p:cNvPr id="7" name="TextBox 6"/>
          <p:cNvSpPr txBox="1"/>
          <p:nvPr/>
        </p:nvSpPr>
        <p:spPr>
          <a:xfrm>
            <a:off x="723900" y="1879600"/>
            <a:ext cx="1524000" cy="254000"/>
          </a:xfrm>
          <a:prstGeom prst="rect">
            <a:avLst/>
          </a:prstGeom>
          <a:noFill/>
        </p:spPr>
        <p:txBody>
          <a:bodyPr wrap="square" lIns="0" tIns="0" rIns="0" bIns="0">
            <a:spAutoFit/>
          </a:bodyPr>
          <a:lstStyle/>
          <a:p>
            <a:pPr algn="l"/>
            <a:r>
              <a:rPr sz="5200" b="1">
                <a:solidFill>
                  <a:srgbClr val="94E3CC"/>
                </a:solidFill>
                <a:latin typeface="Maven Pro"/>
                <a:ea typeface="맑은 고딕"/>
                <a:cs typeface="맑은 고딕"/>
              </a:rPr>
              <a:t>01</a:t>
            </a:r>
          </a:p>
        </p:txBody>
      </p:sp>
      <p:sp>
        <p:nvSpPr>
          <p:cNvPr id="8" name="TextBox 7"/>
          <p:cNvSpPr txBox="1"/>
          <p:nvPr/>
        </p:nvSpPr>
        <p:spPr>
          <a:xfrm>
            <a:off x="723900" y="2743200"/>
            <a:ext cx="3810000" cy="254000"/>
          </a:xfrm>
          <a:prstGeom prst="rect">
            <a:avLst/>
          </a:prstGeom>
          <a:noFill/>
        </p:spPr>
        <p:txBody>
          <a:bodyPr wrap="square" lIns="0" tIns="0" rIns="0" bIns="0">
            <a:spAutoFit/>
          </a:bodyPr>
          <a:lstStyle/>
          <a:p>
            <a:pPr algn="l">
              <a:lnSpc>
                <a:spcPct val="115000"/>
              </a:lnSpc>
            </a:pPr>
            <a:r>
              <a:rPr sz="2700" b="1">
                <a:solidFill>
                  <a:srgbClr val="FFFFFF"/>
                </a:solidFill>
                <a:latin typeface="Maven Pro"/>
                <a:ea typeface="맑은 고딕"/>
                <a:cs typeface="맑은 고딕"/>
              </a:rPr>
              <a:t>건강기능식품이란</a:t>
            </a:r>
          </a:p>
          <a:p>
            <a:pPr algn="l">
              <a:lnSpc>
                <a:spcPct val="115000"/>
              </a:lnSpc>
            </a:pPr>
            <a:r>
              <a:rPr sz="2700" b="1">
                <a:solidFill>
                  <a:srgbClr val="FFFFFF"/>
                </a:solidFill>
                <a:latin typeface="Maven Pro"/>
                <a:ea typeface="맑은 고딕"/>
                <a:cs typeface="맑은 고딕"/>
              </a:rPr>
              <a:t>무엇인가</a:t>
            </a:r>
          </a:p>
        </p:txBody>
      </p:sp>
      <p:sp>
        <p:nvSpPr>
          <p:cNvPr id="9" name="Rectangle 8"/>
          <p:cNvSpPr/>
          <p:nvPr/>
        </p:nvSpPr>
        <p:spPr>
          <a:xfrm>
            <a:off x="723900" y="3810000"/>
            <a:ext cx="508000" cy="2540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3900" y="3987800"/>
            <a:ext cx="3810000" cy="254000"/>
          </a:xfrm>
          <a:prstGeom prst="rect">
            <a:avLst/>
          </a:prstGeom>
          <a:noFill/>
        </p:spPr>
        <p:txBody>
          <a:bodyPr wrap="square" lIns="0" tIns="0" rIns="0" bIns="0">
            <a:spAutoFit/>
          </a:bodyPr>
          <a:lstStyle/>
          <a:p>
            <a:pPr algn="l">
              <a:lnSpc>
                <a:spcPct val="135000"/>
              </a:lnSpc>
            </a:pPr>
            <a:r>
              <a:rPr sz="1050" b="0">
                <a:solidFill>
                  <a:srgbClr val="B6D7A8"/>
                </a:solidFill>
                <a:latin typeface="Maven Pro"/>
                <a:ea typeface="맑은 고딕"/>
                <a:cs typeface="맑은 고딕"/>
              </a:rPr>
              <a:t>일반식품과 의약품의 중간 영역,</a:t>
            </a:r>
          </a:p>
          <a:p>
            <a:pPr algn="l">
              <a:lnSpc>
                <a:spcPct val="135000"/>
              </a:lnSpc>
            </a:pPr>
            <a:r>
              <a:rPr sz="1050" b="0">
                <a:solidFill>
                  <a:srgbClr val="B6D7A8"/>
                </a:solidFill>
                <a:latin typeface="Maven Pro"/>
                <a:ea typeface="맑은 고딕"/>
                <a:cs typeface="맑은 고딕"/>
              </a:rPr>
              <a:t>기능을 보조하는 식품</a:t>
            </a:r>
          </a:p>
        </p:txBody>
      </p:sp>
      <p:sp>
        <p:nvSpPr>
          <p:cNvPr id="11" name="TextBox 10"/>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12" name="TextBox 11"/>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 y="381000"/>
            <a:ext cx="5080000" cy="177800"/>
          </a:xfrm>
          <a:prstGeom prst="rect">
            <a:avLst/>
          </a:prstGeom>
          <a:noFill/>
        </p:spPr>
        <p:txBody>
          <a:bodyPr wrap="square" lIns="0" tIns="0" rIns="0" bIns="0">
            <a:spAutoFit/>
          </a:bodyPr>
          <a:lstStyle/>
          <a:p>
            <a:pPr algn="l"/>
            <a:r>
              <a:rPr sz="900" b="1" spc="200">
                <a:solidFill>
                  <a:srgbClr val="94E3CC"/>
                </a:solidFill>
                <a:latin typeface="Maven Pro"/>
                <a:ea typeface="맑은 고딕"/>
                <a:cs typeface="맑은 고딕"/>
              </a:rPr>
              <a:t>D E F I N I T I O N</a:t>
            </a:r>
          </a:p>
        </p:txBody>
      </p:sp>
      <p:sp>
        <p:nvSpPr>
          <p:cNvPr id="3" name="TextBox 2"/>
          <p:cNvSpPr txBox="1"/>
          <p:nvPr/>
        </p:nvSpPr>
        <p:spPr>
          <a:xfrm>
            <a:off x="723900" y="584200"/>
            <a:ext cx="7708900" cy="457200"/>
          </a:xfrm>
          <a:prstGeom prst="rect">
            <a:avLst/>
          </a:prstGeom>
          <a:noFill/>
        </p:spPr>
        <p:txBody>
          <a:bodyPr wrap="square" lIns="0" tIns="0" rIns="0" bIns="0">
            <a:spAutoFit/>
          </a:bodyPr>
          <a:lstStyle/>
          <a:p>
            <a:pPr algn="l"/>
            <a:r>
              <a:rPr sz="2600" b="1">
                <a:solidFill>
                  <a:srgbClr val="FFFFFF"/>
                </a:solidFill>
                <a:latin typeface="Maven Pro"/>
                <a:ea typeface="맑은 고딕"/>
                <a:cs typeface="맑은 고딕"/>
              </a:rPr>
              <a:t>건강기능식품의 개념</a:t>
            </a:r>
          </a:p>
        </p:txBody>
      </p:sp>
      <p:sp>
        <p:nvSpPr>
          <p:cNvPr id="4" name="TextBox 3"/>
          <p:cNvSpPr txBox="1"/>
          <p:nvPr/>
        </p:nvSpPr>
        <p:spPr>
          <a:xfrm>
            <a:off x="723900" y="1016000"/>
            <a:ext cx="7239000" cy="254000"/>
          </a:xfrm>
          <a:prstGeom prst="rect">
            <a:avLst/>
          </a:prstGeom>
          <a:noFill/>
        </p:spPr>
        <p:txBody>
          <a:bodyPr wrap="square" lIns="0" tIns="0" rIns="0" bIns="0">
            <a:spAutoFit/>
          </a:bodyPr>
          <a:lstStyle/>
          <a:p>
            <a:pPr algn="l"/>
            <a:r>
              <a:rPr sz="1050" b="0">
                <a:solidFill>
                  <a:srgbClr val="B6D7A8"/>
                </a:solidFill>
                <a:latin typeface="Maven Pro"/>
                <a:ea typeface="맑은 고딕"/>
                <a:cs typeface="맑은 고딕"/>
              </a:rPr>
              <a:t>질병을 치료하는 것이 아니라 기능을 보조하는 식품입니다</a:t>
            </a:r>
          </a:p>
        </p:txBody>
      </p:sp>
      <p:sp>
        <p:nvSpPr>
          <p:cNvPr id="5" name="Rounded Rectangle 4"/>
          <p:cNvSpPr/>
          <p:nvPr/>
        </p:nvSpPr>
        <p:spPr>
          <a:xfrm>
            <a:off x="723900" y="14224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77900" y="16256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01</a:t>
            </a:r>
          </a:p>
        </p:txBody>
      </p:sp>
      <p:sp>
        <p:nvSpPr>
          <p:cNvPr id="7" name="TextBox 6"/>
          <p:cNvSpPr txBox="1"/>
          <p:nvPr/>
        </p:nvSpPr>
        <p:spPr>
          <a:xfrm>
            <a:off x="1460500" y="16002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인체에 유용한 기능성 원료·성분을 사용해 제조한 식품</a:t>
            </a:r>
          </a:p>
        </p:txBody>
      </p:sp>
      <p:sp>
        <p:nvSpPr>
          <p:cNvPr id="8" name="TextBox 7"/>
          <p:cNvSpPr txBox="1"/>
          <p:nvPr/>
        </p:nvSpPr>
        <p:spPr>
          <a:xfrm>
            <a:off x="1460500" y="18288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일반 식품과 원료 자체가 다르다</a:t>
            </a:r>
          </a:p>
        </p:txBody>
      </p:sp>
      <p:sp>
        <p:nvSpPr>
          <p:cNvPr id="9" name="Rounded Rectangle 8"/>
          <p:cNvSpPr/>
          <p:nvPr/>
        </p:nvSpPr>
        <p:spPr>
          <a:xfrm>
            <a:off x="723900" y="22098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977900" y="24130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02</a:t>
            </a:r>
          </a:p>
        </p:txBody>
      </p:sp>
      <p:sp>
        <p:nvSpPr>
          <p:cNvPr id="11" name="TextBox 10"/>
          <p:cNvSpPr txBox="1"/>
          <p:nvPr/>
        </p:nvSpPr>
        <p:spPr>
          <a:xfrm>
            <a:off x="1460500" y="23876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일반식품과 의약품의 중간 영역 — 질병 치료가 아닌 기능 보조</a:t>
            </a:r>
          </a:p>
        </p:txBody>
      </p:sp>
      <p:sp>
        <p:nvSpPr>
          <p:cNvPr id="12" name="TextBox 11"/>
          <p:cNvSpPr txBox="1"/>
          <p:nvPr/>
        </p:nvSpPr>
        <p:spPr>
          <a:xfrm>
            <a:off x="1460500" y="26162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치료제가 아니라는 것이 법적 출발점</a:t>
            </a:r>
          </a:p>
        </p:txBody>
      </p:sp>
      <p:sp>
        <p:nvSpPr>
          <p:cNvPr id="13" name="Rounded Rectangle 12"/>
          <p:cNvSpPr/>
          <p:nvPr/>
        </p:nvSpPr>
        <p:spPr>
          <a:xfrm>
            <a:off x="723900" y="29972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977900" y="32004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03</a:t>
            </a:r>
          </a:p>
        </p:txBody>
      </p:sp>
      <p:sp>
        <p:nvSpPr>
          <p:cNvPr id="15" name="TextBox 14"/>
          <p:cNvSpPr txBox="1"/>
          <p:nvPr/>
        </p:nvSpPr>
        <p:spPr>
          <a:xfrm>
            <a:off x="1460500" y="31750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식품의약품안전처의 인정을 받은 기능성 원료만 표시 가능</a:t>
            </a:r>
          </a:p>
        </p:txBody>
      </p:sp>
      <p:sp>
        <p:nvSpPr>
          <p:cNvPr id="16" name="TextBox 15"/>
          <p:cNvSpPr txBox="1"/>
          <p:nvPr/>
        </p:nvSpPr>
        <p:spPr>
          <a:xfrm>
            <a:off x="1460500" y="34036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인정받지 않으면 기능성을 표시할 수 없다</a:t>
            </a:r>
          </a:p>
        </p:txBody>
      </p:sp>
      <p:sp>
        <p:nvSpPr>
          <p:cNvPr id="17" name="Rounded Rectangle 16"/>
          <p:cNvSpPr/>
          <p:nvPr/>
        </p:nvSpPr>
        <p:spPr>
          <a:xfrm>
            <a:off x="723900" y="37846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977900" y="39878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04</a:t>
            </a:r>
          </a:p>
        </p:txBody>
      </p:sp>
      <p:sp>
        <p:nvSpPr>
          <p:cNvPr id="19" name="TextBox 18"/>
          <p:cNvSpPr txBox="1"/>
          <p:nvPr/>
        </p:nvSpPr>
        <p:spPr>
          <a:xfrm>
            <a:off x="1460500" y="39624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2주차에서 배운 초개인화 영양 트렌드의 핵심 상품군</a:t>
            </a:r>
          </a:p>
        </p:txBody>
      </p:sp>
      <p:sp>
        <p:nvSpPr>
          <p:cNvPr id="20" name="TextBox 19"/>
          <p:cNvSpPr txBox="1"/>
          <p:nvPr/>
        </p:nvSpPr>
        <p:spPr>
          <a:xfrm>
            <a:off x="1460500" y="41910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개인 맞춤 영양 설계가 곧 이 카테고리다</a:t>
            </a:r>
          </a:p>
        </p:txBody>
      </p:sp>
      <p:sp>
        <p:nvSpPr>
          <p:cNvPr id="21" name="TextBox 20"/>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22" name="TextBox 21"/>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 y="381000"/>
            <a:ext cx="5080000" cy="177800"/>
          </a:xfrm>
          <a:prstGeom prst="rect">
            <a:avLst/>
          </a:prstGeom>
          <a:noFill/>
        </p:spPr>
        <p:txBody>
          <a:bodyPr wrap="square" lIns="0" tIns="0" rIns="0" bIns="0">
            <a:spAutoFit/>
          </a:bodyPr>
          <a:lstStyle/>
          <a:p>
            <a:pPr algn="l"/>
            <a:r>
              <a:rPr sz="900" b="1" spc="200">
                <a:solidFill>
                  <a:srgbClr val="94E3CC"/>
                </a:solidFill>
                <a:latin typeface="Maven Pro"/>
                <a:ea typeface="맑은 고딕"/>
                <a:cs typeface="맑은 고딕"/>
              </a:rPr>
              <a:t>M A R K E T</a:t>
            </a:r>
          </a:p>
        </p:txBody>
      </p:sp>
      <p:sp>
        <p:nvSpPr>
          <p:cNvPr id="3" name="TextBox 2"/>
          <p:cNvSpPr txBox="1"/>
          <p:nvPr/>
        </p:nvSpPr>
        <p:spPr>
          <a:xfrm>
            <a:off x="723900" y="584200"/>
            <a:ext cx="7708900" cy="457200"/>
          </a:xfrm>
          <a:prstGeom prst="rect">
            <a:avLst/>
          </a:prstGeom>
          <a:noFill/>
        </p:spPr>
        <p:txBody>
          <a:bodyPr wrap="square" lIns="0" tIns="0" rIns="0" bIns="0">
            <a:spAutoFit/>
          </a:bodyPr>
          <a:lstStyle/>
          <a:p>
            <a:pPr algn="l"/>
            <a:r>
              <a:rPr sz="2600" b="1">
                <a:solidFill>
                  <a:srgbClr val="FFFFFF"/>
                </a:solidFill>
                <a:latin typeface="Maven Pro"/>
                <a:ea typeface="맑은 고딕"/>
                <a:cs typeface="맑은 고딕"/>
              </a:rPr>
              <a:t>건강기능식품의 시장 배경</a:t>
            </a:r>
          </a:p>
        </p:txBody>
      </p:sp>
      <p:sp>
        <p:nvSpPr>
          <p:cNvPr id="4" name="TextBox 3"/>
          <p:cNvSpPr txBox="1"/>
          <p:nvPr/>
        </p:nvSpPr>
        <p:spPr>
          <a:xfrm>
            <a:off x="723900" y="1016000"/>
            <a:ext cx="7239000" cy="254000"/>
          </a:xfrm>
          <a:prstGeom prst="rect">
            <a:avLst/>
          </a:prstGeom>
          <a:noFill/>
        </p:spPr>
        <p:txBody>
          <a:bodyPr wrap="square" lIns="0" tIns="0" rIns="0" bIns="0">
            <a:spAutoFit/>
          </a:bodyPr>
          <a:lstStyle/>
          <a:p>
            <a:pPr algn="l"/>
            <a:r>
              <a:rPr sz="1050" b="0">
                <a:solidFill>
                  <a:srgbClr val="B6D7A8"/>
                </a:solidFill>
                <a:latin typeface="Maven Pro"/>
                <a:ea typeface="맑은 고딕"/>
                <a:cs typeface="맑은 고딕"/>
              </a:rPr>
              <a:t>막연한 건강에서 문제 해결형 소비로, 구매 패턴이 바뀌고 있습니다</a:t>
            </a:r>
          </a:p>
        </p:txBody>
      </p:sp>
      <p:sp>
        <p:nvSpPr>
          <p:cNvPr id="5" name="Rounded Rectangle 4"/>
          <p:cNvSpPr/>
          <p:nvPr/>
        </p:nvSpPr>
        <p:spPr>
          <a:xfrm>
            <a:off x="723900" y="1549400"/>
            <a:ext cx="3556000" cy="1905000"/>
          </a:xfrm>
          <a:prstGeom prst="roundRect">
            <a:avLst>
              <a:gd name="adj" fmla="val 4500"/>
            </a:avLst>
          </a:prstGeom>
          <a:solidFill>
            <a:srgbClr val="065640"/>
          </a:solidFill>
          <a:ln w="10160">
            <a:solidFill>
              <a:srgbClr val="14A1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90600" y="1803400"/>
            <a:ext cx="2540000" cy="254000"/>
          </a:xfrm>
          <a:prstGeom prst="rect">
            <a:avLst/>
          </a:prstGeom>
          <a:noFill/>
        </p:spPr>
        <p:txBody>
          <a:bodyPr wrap="square" lIns="0" tIns="0" rIns="0" bIns="0">
            <a:spAutoFit/>
          </a:bodyPr>
          <a:lstStyle/>
          <a:p>
            <a:pPr algn="l"/>
            <a:r>
              <a:rPr sz="1050" b="1" spc="100">
                <a:solidFill>
                  <a:srgbClr val="94E3CC"/>
                </a:solidFill>
                <a:latin typeface="Maven Pro"/>
                <a:ea typeface="맑은 고딕"/>
                <a:cs typeface="맑은 고딕"/>
              </a:rPr>
              <a:t>2025년</a:t>
            </a:r>
          </a:p>
        </p:txBody>
      </p:sp>
      <p:sp>
        <p:nvSpPr>
          <p:cNvPr id="7" name="TextBox 6"/>
          <p:cNvSpPr txBox="1"/>
          <p:nvPr/>
        </p:nvSpPr>
        <p:spPr>
          <a:xfrm>
            <a:off x="990600" y="2032000"/>
            <a:ext cx="3048000" cy="254000"/>
          </a:xfrm>
          <a:prstGeom prst="rect">
            <a:avLst/>
          </a:prstGeom>
          <a:noFill/>
        </p:spPr>
        <p:txBody>
          <a:bodyPr wrap="square" lIns="0" tIns="0" rIns="0" bIns="0">
            <a:spAutoFit/>
          </a:bodyPr>
          <a:lstStyle/>
          <a:p>
            <a:pPr algn="l"/>
            <a:r>
              <a:rPr sz="3000" b="1">
                <a:solidFill>
                  <a:srgbClr val="FFFFFF"/>
                </a:solidFill>
                <a:latin typeface="Maven Pro"/>
                <a:ea typeface="맑은 고딕"/>
                <a:cs typeface="맑은 고딕"/>
              </a:rPr>
              <a:t>6.4조원</a:t>
            </a:r>
          </a:p>
        </p:txBody>
      </p:sp>
      <p:sp>
        <p:nvSpPr>
          <p:cNvPr id="8" name="TextBox 7"/>
          <p:cNvSpPr txBox="1"/>
          <p:nvPr/>
        </p:nvSpPr>
        <p:spPr>
          <a:xfrm>
            <a:off x="990600" y="2540000"/>
            <a:ext cx="3048000" cy="254000"/>
          </a:xfrm>
          <a:prstGeom prst="rect">
            <a:avLst/>
          </a:prstGeom>
          <a:noFill/>
        </p:spPr>
        <p:txBody>
          <a:bodyPr wrap="square" lIns="0" tIns="0" rIns="0" bIns="0">
            <a:spAutoFit/>
          </a:bodyPr>
          <a:lstStyle/>
          <a:p>
            <a:pPr algn="l"/>
            <a:r>
              <a:rPr sz="1050" b="0">
                <a:solidFill>
                  <a:srgbClr val="B6D7A8"/>
                </a:solidFill>
                <a:latin typeface="Maven Pro"/>
                <a:ea typeface="맑은 고딕"/>
                <a:cs typeface="맑은 고딕"/>
              </a:rPr>
              <a:t>국내 건강기능식품 시장 규모</a:t>
            </a:r>
          </a:p>
        </p:txBody>
      </p:sp>
      <p:sp>
        <p:nvSpPr>
          <p:cNvPr id="9" name="Rectangle 8"/>
          <p:cNvSpPr/>
          <p:nvPr/>
        </p:nvSpPr>
        <p:spPr>
          <a:xfrm>
            <a:off x="990600" y="2844800"/>
            <a:ext cx="279400" cy="20320"/>
          </a:xfrm>
          <a:prstGeom prst="rect">
            <a:avLst/>
          </a:prstGeom>
          <a:solidFill>
            <a:srgbClr val="94E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90600" y="2971800"/>
            <a:ext cx="3048000" cy="254000"/>
          </a:xfrm>
          <a:prstGeom prst="rect">
            <a:avLst/>
          </a:prstGeom>
          <a:noFill/>
        </p:spPr>
        <p:txBody>
          <a:bodyPr wrap="square" lIns="0" tIns="0" rIns="0" bIns="0">
            <a:spAutoFit/>
          </a:bodyPr>
          <a:lstStyle/>
          <a:p>
            <a:pPr algn="l">
              <a:lnSpc>
                <a:spcPct val="140000"/>
              </a:lnSpc>
            </a:pPr>
            <a:r>
              <a:rPr sz="950" b="0">
                <a:solidFill>
                  <a:srgbClr val="B6D7A8"/>
                </a:solidFill>
                <a:latin typeface="Maven Pro"/>
                <a:ea typeface="맑은 고딕"/>
                <a:cs typeface="맑은 고딕"/>
              </a:rPr>
              <a:t>표준화된 정제·캡슐·분말 형태로</a:t>
            </a:r>
          </a:p>
          <a:p>
            <a:pPr algn="l">
              <a:lnSpc>
                <a:spcPct val="140000"/>
              </a:lnSpc>
            </a:pPr>
            <a:r>
              <a:rPr sz="950" b="0">
                <a:solidFill>
                  <a:srgbClr val="B6D7A8"/>
                </a:solidFill>
                <a:latin typeface="Maven Pro"/>
                <a:ea typeface="맑은 고딕"/>
                <a:cs typeface="맑은 고딕"/>
              </a:rPr>
              <a:t>온라인 판매에 가장 최적화된 카테고리</a:t>
            </a:r>
          </a:p>
        </p:txBody>
      </p:sp>
      <p:sp>
        <p:nvSpPr>
          <p:cNvPr id="11" name="Rounded Rectangle 10"/>
          <p:cNvSpPr/>
          <p:nvPr/>
        </p:nvSpPr>
        <p:spPr>
          <a:xfrm>
            <a:off x="4521200" y="1549400"/>
            <a:ext cx="3898900" cy="19050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4787900" y="1803400"/>
            <a:ext cx="3302000" cy="254000"/>
          </a:xfrm>
          <a:prstGeom prst="rect">
            <a:avLst/>
          </a:prstGeom>
          <a:noFill/>
        </p:spPr>
        <p:txBody>
          <a:bodyPr wrap="square" lIns="0" tIns="0" rIns="0" bIns="0">
            <a:spAutoFit/>
          </a:bodyPr>
          <a:lstStyle/>
          <a:p>
            <a:pPr algn="l"/>
            <a:r>
              <a:rPr sz="1050" b="1" spc="100">
                <a:solidFill>
                  <a:srgbClr val="94E3CC"/>
                </a:solidFill>
                <a:latin typeface="Maven Pro"/>
                <a:ea typeface="맑은 고딕"/>
                <a:cs typeface="맑은 고딕"/>
              </a:rPr>
              <a:t>2026~2028년</a:t>
            </a:r>
          </a:p>
        </p:txBody>
      </p:sp>
      <p:sp>
        <p:nvSpPr>
          <p:cNvPr id="13" name="TextBox 12"/>
          <p:cNvSpPr txBox="1"/>
          <p:nvPr/>
        </p:nvSpPr>
        <p:spPr>
          <a:xfrm>
            <a:off x="4787900" y="2032000"/>
            <a:ext cx="3302000" cy="254000"/>
          </a:xfrm>
          <a:prstGeom prst="rect">
            <a:avLst/>
          </a:prstGeom>
          <a:noFill/>
        </p:spPr>
        <p:txBody>
          <a:bodyPr wrap="square" lIns="0" tIns="0" rIns="0" bIns="0">
            <a:spAutoFit/>
          </a:bodyPr>
          <a:lstStyle/>
          <a:p>
            <a:pPr algn="l"/>
            <a:r>
              <a:rPr sz="3000" b="1">
                <a:solidFill>
                  <a:srgbClr val="FFFFFF"/>
                </a:solidFill>
                <a:latin typeface="Maven Pro"/>
                <a:ea typeface="맑은 고딕"/>
                <a:cs typeface="맑은 고딕"/>
              </a:rPr>
              <a:t>4.8~6.2%</a:t>
            </a:r>
          </a:p>
        </p:txBody>
      </p:sp>
      <p:sp>
        <p:nvSpPr>
          <p:cNvPr id="14" name="TextBox 13"/>
          <p:cNvSpPr txBox="1"/>
          <p:nvPr/>
        </p:nvSpPr>
        <p:spPr>
          <a:xfrm>
            <a:off x="4787900" y="2540000"/>
            <a:ext cx="3302000" cy="254000"/>
          </a:xfrm>
          <a:prstGeom prst="rect">
            <a:avLst/>
          </a:prstGeom>
          <a:noFill/>
        </p:spPr>
        <p:txBody>
          <a:bodyPr wrap="square" lIns="0" tIns="0" rIns="0" bIns="0">
            <a:spAutoFit/>
          </a:bodyPr>
          <a:lstStyle/>
          <a:p>
            <a:pPr algn="l"/>
            <a:r>
              <a:rPr sz="1050" b="0">
                <a:solidFill>
                  <a:srgbClr val="B6D7A8"/>
                </a:solidFill>
                <a:latin typeface="Maven Pro"/>
                <a:ea typeface="맑은 고딕"/>
                <a:cs typeface="맑은 고딕"/>
              </a:rPr>
              <a:t>연평균 성장률(CAGR) 전망</a:t>
            </a:r>
          </a:p>
        </p:txBody>
      </p:sp>
      <p:sp>
        <p:nvSpPr>
          <p:cNvPr id="15" name="Rectangle 14"/>
          <p:cNvSpPr/>
          <p:nvPr/>
        </p:nvSpPr>
        <p:spPr>
          <a:xfrm>
            <a:off x="4787900" y="2844800"/>
            <a:ext cx="279400" cy="2032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87900" y="2971800"/>
            <a:ext cx="3302000" cy="254000"/>
          </a:xfrm>
          <a:prstGeom prst="rect">
            <a:avLst/>
          </a:prstGeom>
          <a:noFill/>
        </p:spPr>
        <p:txBody>
          <a:bodyPr wrap="square" lIns="0" tIns="0" rIns="0" bIns="0">
            <a:spAutoFit/>
          </a:bodyPr>
          <a:lstStyle/>
          <a:p>
            <a:pPr algn="l">
              <a:lnSpc>
                <a:spcPct val="140000"/>
              </a:lnSpc>
            </a:pPr>
            <a:r>
              <a:rPr sz="950" b="0">
                <a:solidFill>
                  <a:srgbClr val="B6D7A8"/>
                </a:solidFill>
                <a:latin typeface="Maven Pro"/>
                <a:ea typeface="맑은 고딕"/>
                <a:cs typeface="맑은 고딕"/>
              </a:rPr>
              <a:t>막연한 건강 관리에서</a:t>
            </a:r>
          </a:p>
          <a:p>
            <a:pPr algn="l">
              <a:lnSpc>
                <a:spcPct val="140000"/>
              </a:lnSpc>
            </a:pPr>
            <a:r>
              <a:rPr sz="950" b="0">
                <a:solidFill>
                  <a:srgbClr val="B6D7A8"/>
                </a:solidFill>
                <a:latin typeface="Maven Pro"/>
                <a:ea typeface="맑은 고딕"/>
                <a:cs typeface="맑은 고딕"/>
              </a:rPr>
              <a:t>문제 해결형 소비로 구매 패턴이 이동</a:t>
            </a:r>
          </a:p>
        </p:txBody>
      </p:sp>
      <p:sp>
        <p:nvSpPr>
          <p:cNvPr id="17" name="TextBox 16"/>
          <p:cNvSpPr txBox="1"/>
          <p:nvPr/>
        </p:nvSpPr>
        <p:spPr>
          <a:xfrm>
            <a:off x="723900" y="3733800"/>
            <a:ext cx="7239000" cy="254000"/>
          </a:xfrm>
          <a:prstGeom prst="rect">
            <a:avLst/>
          </a:prstGeom>
          <a:noFill/>
        </p:spPr>
        <p:txBody>
          <a:bodyPr wrap="square" lIns="0" tIns="0" rIns="0" bIns="0">
            <a:spAutoFit/>
          </a:bodyPr>
          <a:lstStyle/>
          <a:p>
            <a:pPr algn="l"/>
            <a:r>
              <a:rPr sz="850" b="0">
                <a:solidFill>
                  <a:srgbClr val="B6D7A8"/>
                </a:solidFill>
                <a:latin typeface="Maven Pro"/>
                <a:ea typeface="맑은 고딕"/>
                <a:cs typeface="맑은 고딕"/>
              </a:rPr>
              <a:t>출처 — 식품산업통계정보 · 업계 전망 종합, 수치는 전망치로 변동 가능</a:t>
            </a:r>
          </a:p>
        </p:txBody>
      </p:sp>
      <p:sp>
        <p:nvSpPr>
          <p:cNvPr id="18" name="TextBox 17"/>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19" name="TextBox 18"/>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 y="381000"/>
            <a:ext cx="5080000" cy="177800"/>
          </a:xfrm>
          <a:prstGeom prst="rect">
            <a:avLst/>
          </a:prstGeom>
          <a:noFill/>
        </p:spPr>
        <p:txBody>
          <a:bodyPr wrap="square" lIns="0" tIns="0" rIns="0" bIns="0">
            <a:spAutoFit/>
          </a:bodyPr>
          <a:lstStyle/>
          <a:p>
            <a:pPr algn="l"/>
            <a:r>
              <a:rPr sz="900" b="1" spc="200">
                <a:solidFill>
                  <a:srgbClr val="94E3CC"/>
                </a:solidFill>
                <a:latin typeface="Maven Pro"/>
                <a:ea typeface="맑은 고딕"/>
                <a:cs typeface="맑은 고딕"/>
              </a:rPr>
              <a:t>T Y P E S</a:t>
            </a:r>
          </a:p>
        </p:txBody>
      </p:sp>
      <p:sp>
        <p:nvSpPr>
          <p:cNvPr id="3" name="TextBox 2"/>
          <p:cNvSpPr txBox="1"/>
          <p:nvPr/>
        </p:nvSpPr>
        <p:spPr>
          <a:xfrm>
            <a:off x="723900" y="584200"/>
            <a:ext cx="7708900" cy="457200"/>
          </a:xfrm>
          <a:prstGeom prst="rect">
            <a:avLst/>
          </a:prstGeom>
          <a:noFill/>
        </p:spPr>
        <p:txBody>
          <a:bodyPr wrap="square" lIns="0" tIns="0" rIns="0" bIns="0">
            <a:spAutoFit/>
          </a:bodyPr>
          <a:lstStyle/>
          <a:p>
            <a:pPr algn="l"/>
            <a:r>
              <a:rPr sz="2600" b="1">
                <a:solidFill>
                  <a:srgbClr val="FFFFFF"/>
                </a:solidFill>
                <a:latin typeface="Maven Pro"/>
                <a:ea typeface="맑은 고딕"/>
                <a:cs typeface="맑은 고딕"/>
              </a:rPr>
              <a:t>건강기능식품의 주요 종류</a:t>
            </a:r>
          </a:p>
        </p:txBody>
      </p:sp>
      <p:sp>
        <p:nvSpPr>
          <p:cNvPr id="4" name="TextBox 3"/>
          <p:cNvSpPr txBox="1"/>
          <p:nvPr/>
        </p:nvSpPr>
        <p:spPr>
          <a:xfrm>
            <a:off x="723900" y="1016000"/>
            <a:ext cx="7239000" cy="254000"/>
          </a:xfrm>
          <a:prstGeom prst="rect">
            <a:avLst/>
          </a:prstGeom>
          <a:noFill/>
        </p:spPr>
        <p:txBody>
          <a:bodyPr wrap="square" lIns="0" tIns="0" rIns="0" bIns="0">
            <a:spAutoFit/>
          </a:bodyPr>
          <a:lstStyle/>
          <a:p>
            <a:pPr algn="l"/>
            <a:r>
              <a:rPr sz="1050" b="0">
                <a:solidFill>
                  <a:srgbClr val="B6D7A8"/>
                </a:solidFill>
                <a:latin typeface="Maven Pro"/>
                <a:ea typeface="맑은 고딕"/>
                <a:cs typeface="맑은 고딕"/>
              </a:rPr>
              <a:t>기본 영양부터 개인화 구독까지, 네 갈래로 나뉩니다</a:t>
            </a:r>
          </a:p>
        </p:txBody>
      </p:sp>
      <p:sp>
        <p:nvSpPr>
          <p:cNvPr id="5" name="Rounded Rectangle 4"/>
          <p:cNvSpPr/>
          <p:nvPr/>
        </p:nvSpPr>
        <p:spPr>
          <a:xfrm>
            <a:off x="723900" y="1600200"/>
            <a:ext cx="1762125" cy="193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a:off x="927100" y="1803400"/>
            <a:ext cx="355600" cy="203200"/>
          </a:xfrm>
          <a:prstGeom prst="roundRect">
            <a:avLst>
              <a:gd name="adj" fmla="val 35000"/>
            </a:avLst>
          </a:prstGeom>
          <a:solidFill>
            <a:srgbClr val="065640"/>
          </a:solidFill>
          <a:ln w="6350">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94E3CC"/>
                </a:solidFill>
                <a:latin typeface="Maven Pro"/>
                <a:ea typeface="맑은 고딕"/>
                <a:cs typeface="맑은 고딕"/>
              </a:rPr>
              <a:t>01</a:t>
            </a:r>
          </a:p>
        </p:txBody>
      </p:sp>
      <p:sp>
        <p:nvSpPr>
          <p:cNvPr id="7" name="TextBox 6"/>
          <p:cNvSpPr txBox="1"/>
          <p:nvPr/>
        </p:nvSpPr>
        <p:spPr>
          <a:xfrm>
            <a:off x="927100" y="2159000"/>
            <a:ext cx="1355725" cy="203200"/>
          </a:xfrm>
          <a:prstGeom prst="rect">
            <a:avLst/>
          </a:prstGeom>
          <a:noFill/>
        </p:spPr>
        <p:txBody>
          <a:bodyPr wrap="square" lIns="0" tIns="0" rIns="0" bIns="0">
            <a:spAutoFit/>
          </a:bodyPr>
          <a:lstStyle/>
          <a:p>
            <a:pPr algn="l">
              <a:lnSpc>
                <a:spcPct val="115000"/>
              </a:lnSpc>
            </a:pPr>
            <a:r>
              <a:rPr sz="1350" b="1">
                <a:solidFill>
                  <a:srgbClr val="FFFFFF"/>
                </a:solidFill>
                <a:latin typeface="Maven Pro"/>
                <a:ea typeface="맑은 고딕"/>
                <a:cs typeface="맑은 고딕"/>
              </a:rPr>
              <a:t>영양소 보충</a:t>
            </a:r>
          </a:p>
        </p:txBody>
      </p:sp>
      <p:sp>
        <p:nvSpPr>
          <p:cNvPr id="8" name="Rectangle 7"/>
          <p:cNvSpPr/>
          <p:nvPr/>
        </p:nvSpPr>
        <p:spPr>
          <a:xfrm>
            <a:off x="927100" y="2641600"/>
            <a:ext cx="279400" cy="2032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7100" y="2768600"/>
            <a:ext cx="1381125" cy="177800"/>
          </a:xfrm>
          <a:prstGeom prst="rect">
            <a:avLst/>
          </a:prstGeom>
          <a:noFill/>
        </p:spPr>
        <p:txBody>
          <a:bodyPr wrap="square" lIns="0" tIns="0" rIns="0" bIns="0">
            <a:spAutoFit/>
          </a:bodyPr>
          <a:lstStyle/>
          <a:p>
            <a:pPr algn="l">
              <a:lnSpc>
                <a:spcPct val="135000"/>
              </a:lnSpc>
            </a:pPr>
            <a:r>
              <a:rPr sz="1000" b="0">
                <a:solidFill>
                  <a:srgbClr val="B6D7A8"/>
                </a:solidFill>
                <a:latin typeface="Maven Pro"/>
                <a:ea typeface="맑은 고딕"/>
                <a:cs typeface="맑은 고딕"/>
              </a:rPr>
              <a:t>비타민 · 미네랄</a:t>
            </a:r>
          </a:p>
          <a:p>
            <a:pPr algn="l">
              <a:lnSpc>
                <a:spcPct val="135000"/>
              </a:lnSpc>
            </a:pPr>
            <a:r>
              <a:rPr sz="1000" b="0">
                <a:solidFill>
                  <a:srgbClr val="B6D7A8"/>
                </a:solidFill>
                <a:latin typeface="Maven Pro"/>
                <a:ea typeface="맑은 고딕"/>
                <a:cs typeface="맑은 고딕"/>
              </a:rPr>
              <a:t>기본 영양 보충</a:t>
            </a:r>
          </a:p>
        </p:txBody>
      </p:sp>
      <p:sp>
        <p:nvSpPr>
          <p:cNvPr id="10" name="Rounded Rectangle 9"/>
          <p:cNvSpPr/>
          <p:nvPr/>
        </p:nvSpPr>
        <p:spPr>
          <a:xfrm>
            <a:off x="2701925" y="1600200"/>
            <a:ext cx="1762125" cy="193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2905125" y="1803400"/>
            <a:ext cx="355600" cy="203200"/>
          </a:xfrm>
          <a:prstGeom prst="roundRect">
            <a:avLst>
              <a:gd name="adj" fmla="val 35000"/>
            </a:avLst>
          </a:prstGeom>
          <a:solidFill>
            <a:srgbClr val="065640"/>
          </a:solidFill>
          <a:ln w="6350">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94E3CC"/>
                </a:solidFill>
                <a:latin typeface="Maven Pro"/>
                <a:ea typeface="맑은 고딕"/>
                <a:cs typeface="맑은 고딕"/>
              </a:rPr>
              <a:t>02</a:t>
            </a:r>
          </a:p>
        </p:txBody>
      </p:sp>
      <p:sp>
        <p:nvSpPr>
          <p:cNvPr id="12" name="TextBox 11"/>
          <p:cNvSpPr txBox="1"/>
          <p:nvPr/>
        </p:nvSpPr>
        <p:spPr>
          <a:xfrm>
            <a:off x="2905125" y="2159000"/>
            <a:ext cx="1355725" cy="203200"/>
          </a:xfrm>
          <a:prstGeom prst="rect">
            <a:avLst/>
          </a:prstGeom>
          <a:noFill/>
        </p:spPr>
        <p:txBody>
          <a:bodyPr wrap="square" lIns="0" tIns="0" rIns="0" bIns="0">
            <a:spAutoFit/>
          </a:bodyPr>
          <a:lstStyle/>
          <a:p>
            <a:pPr algn="l">
              <a:lnSpc>
                <a:spcPct val="115000"/>
              </a:lnSpc>
            </a:pPr>
            <a:r>
              <a:rPr sz="1350" b="1">
                <a:solidFill>
                  <a:srgbClr val="FFFFFF"/>
                </a:solidFill>
                <a:latin typeface="Maven Pro"/>
                <a:ea typeface="맑은 고딕"/>
                <a:cs typeface="맑은 고딕"/>
              </a:rPr>
              <a:t>기능성 원료</a:t>
            </a:r>
          </a:p>
        </p:txBody>
      </p:sp>
      <p:sp>
        <p:nvSpPr>
          <p:cNvPr id="13" name="Rectangle 12"/>
          <p:cNvSpPr/>
          <p:nvPr/>
        </p:nvSpPr>
        <p:spPr>
          <a:xfrm>
            <a:off x="2905125" y="2641600"/>
            <a:ext cx="279400" cy="2032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05125" y="2768600"/>
            <a:ext cx="1500620" cy="391454"/>
          </a:xfrm>
          <a:prstGeom prst="rect">
            <a:avLst/>
          </a:prstGeom>
          <a:noFill/>
        </p:spPr>
        <p:txBody>
          <a:bodyPr wrap="square" lIns="0" tIns="0" rIns="0" bIns="0">
            <a:spAutoFit/>
          </a:bodyPr>
          <a:lstStyle/>
          <a:p>
            <a:pPr algn="l">
              <a:lnSpc>
                <a:spcPct val="135000"/>
              </a:lnSpc>
            </a:pPr>
            <a:r>
              <a:rPr sz="1000" b="0" dirty="0" err="1">
                <a:solidFill>
                  <a:srgbClr val="B6D7A8"/>
                </a:solidFill>
                <a:latin typeface="Maven Pro"/>
                <a:ea typeface="맑은 고딕"/>
                <a:cs typeface="맑은 고딕"/>
              </a:rPr>
              <a:t>프로바이오틱스</a:t>
            </a:r>
            <a:r>
              <a:rPr sz="1000" b="0" dirty="0">
                <a:solidFill>
                  <a:srgbClr val="B6D7A8"/>
                </a:solidFill>
                <a:latin typeface="Maven Pro"/>
                <a:ea typeface="맑은 고딕"/>
                <a:cs typeface="맑은 고딕"/>
              </a:rPr>
              <a:t> · 오메가3</a:t>
            </a:r>
          </a:p>
          <a:p>
            <a:pPr algn="l">
              <a:lnSpc>
                <a:spcPct val="135000"/>
              </a:lnSpc>
            </a:pPr>
            <a:r>
              <a:rPr sz="1000" b="0" dirty="0" err="1">
                <a:solidFill>
                  <a:srgbClr val="B6D7A8"/>
                </a:solidFill>
                <a:latin typeface="Maven Pro"/>
                <a:ea typeface="맑은 고딕"/>
                <a:cs typeface="맑은 고딕"/>
              </a:rPr>
              <a:t>고기능성</a:t>
            </a:r>
            <a:r>
              <a:rPr sz="1000" b="0" dirty="0">
                <a:solidFill>
                  <a:srgbClr val="B6D7A8"/>
                </a:solidFill>
                <a:latin typeface="Maven Pro"/>
                <a:ea typeface="맑은 고딕"/>
                <a:cs typeface="맑은 고딕"/>
              </a:rPr>
              <a:t> </a:t>
            </a:r>
            <a:r>
              <a:rPr sz="1000" b="0" dirty="0" err="1">
                <a:solidFill>
                  <a:srgbClr val="B6D7A8"/>
                </a:solidFill>
                <a:latin typeface="Maven Pro"/>
                <a:ea typeface="맑은 고딕"/>
                <a:cs typeface="맑은 고딕"/>
              </a:rPr>
              <a:t>원료</a:t>
            </a:r>
            <a:endParaRPr sz="1000" b="0" dirty="0">
              <a:solidFill>
                <a:srgbClr val="B6D7A8"/>
              </a:solidFill>
              <a:latin typeface="Maven Pro"/>
              <a:ea typeface="맑은 고딕"/>
              <a:cs typeface="맑은 고딕"/>
            </a:endParaRPr>
          </a:p>
        </p:txBody>
      </p:sp>
      <p:sp>
        <p:nvSpPr>
          <p:cNvPr id="15" name="Rounded Rectangle 14"/>
          <p:cNvSpPr/>
          <p:nvPr/>
        </p:nvSpPr>
        <p:spPr>
          <a:xfrm>
            <a:off x="4679950" y="1600200"/>
            <a:ext cx="1762125" cy="193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4883150" y="1803400"/>
            <a:ext cx="355600" cy="203200"/>
          </a:xfrm>
          <a:prstGeom prst="roundRect">
            <a:avLst>
              <a:gd name="adj" fmla="val 35000"/>
            </a:avLst>
          </a:prstGeom>
          <a:solidFill>
            <a:srgbClr val="065640"/>
          </a:solidFill>
          <a:ln w="6350">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94E3CC"/>
                </a:solidFill>
                <a:latin typeface="Maven Pro"/>
                <a:ea typeface="맑은 고딕"/>
                <a:cs typeface="맑은 고딕"/>
              </a:rPr>
              <a:t>03</a:t>
            </a:r>
          </a:p>
        </p:txBody>
      </p:sp>
      <p:sp>
        <p:nvSpPr>
          <p:cNvPr id="17" name="TextBox 16"/>
          <p:cNvSpPr txBox="1"/>
          <p:nvPr/>
        </p:nvSpPr>
        <p:spPr>
          <a:xfrm>
            <a:off x="4883150" y="2159000"/>
            <a:ext cx="1355725" cy="203200"/>
          </a:xfrm>
          <a:prstGeom prst="rect">
            <a:avLst/>
          </a:prstGeom>
          <a:noFill/>
        </p:spPr>
        <p:txBody>
          <a:bodyPr wrap="square" lIns="0" tIns="0" rIns="0" bIns="0">
            <a:spAutoFit/>
          </a:bodyPr>
          <a:lstStyle/>
          <a:p>
            <a:pPr algn="l">
              <a:lnSpc>
                <a:spcPct val="115000"/>
              </a:lnSpc>
            </a:pPr>
            <a:r>
              <a:rPr sz="1350" b="1">
                <a:solidFill>
                  <a:srgbClr val="FFFFFF"/>
                </a:solidFill>
                <a:latin typeface="Maven Pro"/>
                <a:ea typeface="맑은 고딕"/>
                <a:cs typeface="맑은 고딕"/>
              </a:rPr>
              <a:t>슬로에이징</a:t>
            </a:r>
          </a:p>
        </p:txBody>
      </p:sp>
      <p:sp>
        <p:nvSpPr>
          <p:cNvPr id="18" name="Rectangle 17"/>
          <p:cNvSpPr/>
          <p:nvPr/>
        </p:nvSpPr>
        <p:spPr>
          <a:xfrm>
            <a:off x="4883150" y="2641600"/>
            <a:ext cx="279400" cy="2032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83150" y="2768600"/>
            <a:ext cx="1381125" cy="177800"/>
          </a:xfrm>
          <a:prstGeom prst="rect">
            <a:avLst/>
          </a:prstGeom>
          <a:noFill/>
        </p:spPr>
        <p:txBody>
          <a:bodyPr wrap="square" lIns="0" tIns="0" rIns="0" bIns="0">
            <a:spAutoFit/>
          </a:bodyPr>
          <a:lstStyle/>
          <a:p>
            <a:pPr algn="l">
              <a:lnSpc>
                <a:spcPct val="135000"/>
              </a:lnSpc>
            </a:pPr>
            <a:r>
              <a:rPr sz="1000" b="0">
                <a:solidFill>
                  <a:srgbClr val="B6D7A8"/>
                </a:solidFill>
                <a:latin typeface="Maven Pro"/>
                <a:ea typeface="맑은 고딕"/>
                <a:cs typeface="맑은 고딕"/>
              </a:rPr>
              <a:t>저속노화 · 롱제비티</a:t>
            </a:r>
          </a:p>
          <a:p>
            <a:pPr algn="l">
              <a:lnSpc>
                <a:spcPct val="135000"/>
              </a:lnSpc>
            </a:pPr>
            <a:r>
              <a:rPr sz="1000" b="0">
                <a:solidFill>
                  <a:srgbClr val="B6D7A8"/>
                </a:solidFill>
                <a:latin typeface="Maven Pro"/>
                <a:ea typeface="맑은 고딕"/>
                <a:cs typeface="맑은 고딕"/>
              </a:rPr>
              <a:t>안티에이징 트렌드</a:t>
            </a:r>
          </a:p>
        </p:txBody>
      </p:sp>
      <p:sp>
        <p:nvSpPr>
          <p:cNvPr id="20" name="Rounded Rectangle 19"/>
          <p:cNvSpPr/>
          <p:nvPr/>
        </p:nvSpPr>
        <p:spPr>
          <a:xfrm>
            <a:off x="6657975" y="1600200"/>
            <a:ext cx="1762125" cy="193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ounded Rectangle 20"/>
          <p:cNvSpPr/>
          <p:nvPr/>
        </p:nvSpPr>
        <p:spPr>
          <a:xfrm>
            <a:off x="6861175" y="1803400"/>
            <a:ext cx="355600" cy="203200"/>
          </a:xfrm>
          <a:prstGeom prst="roundRect">
            <a:avLst>
              <a:gd name="adj" fmla="val 35000"/>
            </a:avLst>
          </a:prstGeom>
          <a:solidFill>
            <a:srgbClr val="065640"/>
          </a:solidFill>
          <a:ln w="6350">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94E3CC"/>
                </a:solidFill>
                <a:latin typeface="Maven Pro"/>
                <a:ea typeface="맑은 고딕"/>
                <a:cs typeface="맑은 고딕"/>
              </a:rPr>
              <a:t>04</a:t>
            </a:r>
          </a:p>
        </p:txBody>
      </p:sp>
      <p:sp>
        <p:nvSpPr>
          <p:cNvPr id="22" name="TextBox 21"/>
          <p:cNvSpPr txBox="1"/>
          <p:nvPr/>
        </p:nvSpPr>
        <p:spPr>
          <a:xfrm>
            <a:off x="6861175" y="2159000"/>
            <a:ext cx="1355725" cy="203200"/>
          </a:xfrm>
          <a:prstGeom prst="rect">
            <a:avLst/>
          </a:prstGeom>
          <a:noFill/>
        </p:spPr>
        <p:txBody>
          <a:bodyPr wrap="square" lIns="0" tIns="0" rIns="0" bIns="0">
            <a:spAutoFit/>
          </a:bodyPr>
          <a:lstStyle/>
          <a:p>
            <a:pPr algn="l">
              <a:lnSpc>
                <a:spcPct val="115000"/>
              </a:lnSpc>
            </a:pPr>
            <a:r>
              <a:rPr sz="1350" b="1">
                <a:solidFill>
                  <a:srgbClr val="FFFFFF"/>
                </a:solidFill>
                <a:latin typeface="Maven Pro"/>
                <a:ea typeface="맑은 고딕"/>
                <a:cs typeface="맑은 고딕"/>
              </a:rPr>
              <a:t>맞춤형 구독</a:t>
            </a:r>
          </a:p>
        </p:txBody>
      </p:sp>
      <p:sp>
        <p:nvSpPr>
          <p:cNvPr id="23" name="Rectangle 22"/>
          <p:cNvSpPr/>
          <p:nvPr/>
        </p:nvSpPr>
        <p:spPr>
          <a:xfrm>
            <a:off x="6861175" y="2641600"/>
            <a:ext cx="279400" cy="2032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61175" y="2768600"/>
            <a:ext cx="1381125" cy="177800"/>
          </a:xfrm>
          <a:prstGeom prst="rect">
            <a:avLst/>
          </a:prstGeom>
          <a:noFill/>
        </p:spPr>
        <p:txBody>
          <a:bodyPr wrap="square" lIns="0" tIns="0" rIns="0" bIns="0">
            <a:spAutoFit/>
          </a:bodyPr>
          <a:lstStyle/>
          <a:p>
            <a:pPr algn="l">
              <a:lnSpc>
                <a:spcPct val="135000"/>
              </a:lnSpc>
            </a:pPr>
            <a:r>
              <a:rPr sz="1000" b="0">
                <a:solidFill>
                  <a:srgbClr val="B6D7A8"/>
                </a:solidFill>
                <a:latin typeface="Maven Pro"/>
                <a:ea typeface="맑은 고딕"/>
                <a:cs typeface="맑은 고딕"/>
              </a:rPr>
              <a:t>유전자 · 데이터 기반</a:t>
            </a:r>
          </a:p>
          <a:p>
            <a:pPr algn="l">
              <a:lnSpc>
                <a:spcPct val="135000"/>
              </a:lnSpc>
            </a:pPr>
            <a:r>
              <a:rPr sz="1000" b="0">
                <a:solidFill>
                  <a:srgbClr val="B6D7A8"/>
                </a:solidFill>
                <a:latin typeface="Maven Pro"/>
                <a:ea typeface="맑은 고딕"/>
                <a:cs typeface="맑은 고딕"/>
              </a:rPr>
              <a:t>개인화 조합</a:t>
            </a:r>
          </a:p>
        </p:txBody>
      </p:sp>
      <p:sp>
        <p:nvSpPr>
          <p:cNvPr id="25" name="Rectangle 24"/>
          <p:cNvSpPr/>
          <p:nvPr/>
        </p:nvSpPr>
        <p:spPr>
          <a:xfrm>
            <a:off x="723900" y="3886200"/>
            <a:ext cx="31750" cy="330200"/>
          </a:xfrm>
          <a:prstGeom prst="rect">
            <a:avLst/>
          </a:prstGeom>
          <a:solidFill>
            <a:srgbClr val="94E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6300" y="3924300"/>
            <a:ext cx="7239000" cy="254000"/>
          </a:xfrm>
          <a:prstGeom prst="rect">
            <a:avLst/>
          </a:prstGeom>
          <a:noFill/>
        </p:spPr>
        <p:txBody>
          <a:bodyPr wrap="square" lIns="0" tIns="0" rIns="0" bIns="0">
            <a:spAutoFit/>
          </a:bodyPr>
          <a:lstStyle/>
          <a:p>
            <a:pPr algn="l"/>
            <a:r>
              <a:rPr sz="1100" b="1">
                <a:solidFill>
                  <a:srgbClr val="FFFFFF"/>
                </a:solidFill>
                <a:latin typeface="Maven Pro"/>
                <a:ea typeface="맑은 고딕"/>
                <a:cs typeface="맑은 고딕"/>
              </a:rPr>
              <a:t>오른쪽으로 갈수록 개인화 수준이 높아지고, 가격과 록인 효과도 함께 올라갑니다</a:t>
            </a:r>
          </a:p>
        </p:txBody>
      </p:sp>
      <p:sp>
        <p:nvSpPr>
          <p:cNvPr id="27" name="TextBox 26"/>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28" name="TextBox 27"/>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ot_section.jpg"/>
          <p:cNvPicPr>
            <a:picLocks noChangeAspect="1"/>
          </p:cNvPicPr>
          <p:nvPr/>
        </p:nvPicPr>
        <p:blipFill>
          <a:blip r:embed="rId5"/>
          <a:stretch>
            <a:fillRect/>
          </a:stretch>
        </p:blipFill>
        <p:spPr>
          <a:xfrm>
            <a:off x="5080000" y="0"/>
            <a:ext cx="4064000" cy="5143500"/>
          </a:xfrm>
          <a:prstGeom prst="rect">
            <a:avLst/>
          </a:prstGeom>
        </p:spPr>
      </p:pic>
      <p:sp>
        <p:nvSpPr>
          <p:cNvPr id="3" name="TextBox 2"/>
          <p:cNvSpPr txBox="1"/>
          <p:nvPr/>
        </p:nvSpPr>
        <p:spPr>
          <a:xfrm>
            <a:off x="5080000" y="2368550"/>
            <a:ext cx="4064000" cy="177800"/>
          </a:xfrm>
          <a:prstGeom prst="rect">
            <a:avLst/>
          </a:prstGeom>
          <a:noFill/>
        </p:spPr>
        <p:txBody>
          <a:bodyPr wrap="square" lIns="0" tIns="0" rIns="0" bIns="0">
            <a:spAutoFit/>
          </a:bodyPr>
          <a:lstStyle/>
          <a:p>
            <a:pPr algn="ctr"/>
            <a:r>
              <a:rPr sz="1000" b="1">
                <a:solidFill>
                  <a:srgbClr val="94E3CC"/>
                </a:solidFill>
                <a:latin typeface="Maven Pro"/>
                <a:ea typeface="맑은 고딕"/>
                <a:cs typeface="맑은 고딕"/>
              </a:rPr>
              <a:t>사진 삽입 자리</a:t>
            </a:r>
          </a:p>
        </p:txBody>
      </p:sp>
      <p:sp>
        <p:nvSpPr>
          <p:cNvPr id="4" name="TextBox 3"/>
          <p:cNvSpPr txBox="1"/>
          <p:nvPr/>
        </p:nvSpPr>
        <p:spPr>
          <a:xfrm>
            <a:off x="5207000" y="2597150"/>
            <a:ext cx="3810000" cy="177800"/>
          </a:xfrm>
          <a:prstGeom prst="rect">
            <a:avLst/>
          </a:prstGeom>
          <a:noFill/>
        </p:spPr>
        <p:txBody>
          <a:bodyPr wrap="square" lIns="0" tIns="0" rIns="0" bIns="0">
            <a:spAutoFit/>
          </a:bodyPr>
          <a:lstStyle/>
          <a:p>
            <a:pPr algn="ctr"/>
            <a:r>
              <a:rPr sz="850" b="0" dirty="0" err="1">
                <a:solidFill>
                  <a:srgbClr val="B6D7A8"/>
                </a:solidFill>
                <a:latin typeface="Maven Pro"/>
                <a:ea typeface="맑은 고딕"/>
                <a:cs typeface="맑은 고딕"/>
              </a:rPr>
              <a:t>권장</a:t>
            </a:r>
            <a:r>
              <a:rPr sz="850" b="0" dirty="0">
                <a:solidFill>
                  <a:srgbClr val="B6D7A8"/>
                </a:solidFill>
                <a:latin typeface="Maven Pro"/>
                <a:ea typeface="맑은 고딕"/>
                <a:cs typeface="맑은 고딕"/>
              </a:rPr>
              <a:t> — </a:t>
            </a:r>
            <a:r>
              <a:rPr sz="850" b="0" dirty="0" err="1">
                <a:solidFill>
                  <a:srgbClr val="B6D7A8"/>
                </a:solidFill>
                <a:latin typeface="Maven Pro"/>
                <a:ea typeface="맑은 고딕"/>
                <a:cs typeface="맑은 고딕"/>
              </a:rPr>
              <a:t>정기구독</a:t>
            </a:r>
            <a:r>
              <a:rPr sz="850" b="0" dirty="0">
                <a:solidFill>
                  <a:srgbClr val="B6D7A8"/>
                </a:solidFill>
                <a:latin typeface="Maven Pro"/>
                <a:ea typeface="맑은 고딕"/>
                <a:cs typeface="맑은 고딕"/>
              </a:rPr>
              <a:t> </a:t>
            </a:r>
            <a:r>
              <a:rPr sz="850" b="0" dirty="0" err="1">
                <a:solidFill>
                  <a:srgbClr val="B6D7A8"/>
                </a:solidFill>
                <a:latin typeface="Maven Pro"/>
                <a:ea typeface="맑은 고딕"/>
                <a:cs typeface="맑은 고딕"/>
              </a:rPr>
              <a:t>박스</a:t>
            </a:r>
            <a:r>
              <a:rPr sz="850" b="0" dirty="0">
                <a:solidFill>
                  <a:srgbClr val="B6D7A8"/>
                </a:solidFill>
                <a:latin typeface="Maven Pro"/>
                <a:ea typeface="맑은 고딕"/>
                <a:cs typeface="맑은 고딕"/>
              </a:rPr>
              <a:t> </a:t>
            </a:r>
            <a:r>
              <a:rPr sz="850" b="0" dirty="0" err="1">
                <a:solidFill>
                  <a:srgbClr val="B6D7A8"/>
                </a:solidFill>
                <a:latin typeface="Maven Pro"/>
                <a:ea typeface="맑은 고딕"/>
                <a:cs typeface="맑은 고딕"/>
              </a:rPr>
              <a:t>언박싱</a:t>
            </a:r>
            <a:r>
              <a:rPr sz="850" b="0" dirty="0">
                <a:solidFill>
                  <a:srgbClr val="B6D7A8"/>
                </a:solidFill>
                <a:latin typeface="Maven Pro"/>
                <a:ea typeface="맑은 고딕"/>
                <a:cs typeface="맑은 고딕"/>
              </a:rPr>
              <a:t> (</a:t>
            </a:r>
            <a:r>
              <a:rPr sz="850" b="0" dirty="0" err="1">
                <a:solidFill>
                  <a:srgbClr val="B6D7A8"/>
                </a:solidFill>
                <a:latin typeface="Maven Pro"/>
                <a:ea typeface="맑은 고딕"/>
                <a:cs typeface="맑은 고딕"/>
              </a:rPr>
              <a:t>세로형</a:t>
            </a:r>
            <a:r>
              <a:rPr sz="850" b="0" dirty="0">
                <a:solidFill>
                  <a:srgbClr val="B6D7A8"/>
                </a:solidFill>
                <a:latin typeface="Maven Pro"/>
                <a:ea typeface="맑은 고딕"/>
                <a:cs typeface="맑은 고딕"/>
              </a:rPr>
              <a:t>)</a:t>
            </a:r>
          </a:p>
        </p:txBody>
      </p:sp>
      <p:sp>
        <p:nvSpPr>
          <p:cNvPr id="5" name="Rectangle 4"/>
          <p:cNvSpPr/>
          <p:nvPr/>
        </p:nvSpPr>
        <p:spPr>
          <a:xfrm>
            <a:off x="4902200" y="0"/>
            <a:ext cx="228600" cy="5143500"/>
          </a:xfrm>
          <a:prstGeom prst="rect">
            <a:avLst/>
          </a:prstGeom>
          <a:solidFill>
            <a:srgbClr val="000F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3900" y="1625600"/>
            <a:ext cx="2794000" cy="254000"/>
          </a:xfrm>
          <a:prstGeom prst="rect">
            <a:avLst/>
          </a:prstGeom>
          <a:noFill/>
        </p:spPr>
        <p:txBody>
          <a:bodyPr wrap="square" lIns="0" tIns="0" rIns="0" bIns="0">
            <a:spAutoFit/>
          </a:bodyPr>
          <a:lstStyle/>
          <a:p>
            <a:pPr algn="l"/>
            <a:r>
              <a:rPr sz="1000" b="1" spc="200">
                <a:solidFill>
                  <a:srgbClr val="94E3CC"/>
                </a:solidFill>
                <a:latin typeface="Maven Pro"/>
                <a:ea typeface="맑은 고딕"/>
                <a:cs typeface="맑은 고딕"/>
              </a:rPr>
              <a:t>S E C T I O N  2</a:t>
            </a:r>
          </a:p>
        </p:txBody>
      </p:sp>
      <p:sp>
        <p:nvSpPr>
          <p:cNvPr id="7" name="TextBox 6"/>
          <p:cNvSpPr txBox="1"/>
          <p:nvPr/>
        </p:nvSpPr>
        <p:spPr>
          <a:xfrm>
            <a:off x="723900" y="1879600"/>
            <a:ext cx="1524000" cy="254000"/>
          </a:xfrm>
          <a:prstGeom prst="rect">
            <a:avLst/>
          </a:prstGeom>
          <a:noFill/>
        </p:spPr>
        <p:txBody>
          <a:bodyPr wrap="square" lIns="0" tIns="0" rIns="0" bIns="0">
            <a:spAutoFit/>
          </a:bodyPr>
          <a:lstStyle/>
          <a:p>
            <a:pPr algn="l"/>
            <a:r>
              <a:rPr sz="5200" b="1">
                <a:solidFill>
                  <a:srgbClr val="94E3CC"/>
                </a:solidFill>
                <a:latin typeface="Maven Pro"/>
                <a:ea typeface="맑은 고딕"/>
                <a:cs typeface="맑은 고딕"/>
              </a:rPr>
              <a:t>02</a:t>
            </a:r>
          </a:p>
        </p:txBody>
      </p:sp>
      <p:sp>
        <p:nvSpPr>
          <p:cNvPr id="8" name="TextBox 7"/>
          <p:cNvSpPr txBox="1"/>
          <p:nvPr/>
        </p:nvSpPr>
        <p:spPr>
          <a:xfrm>
            <a:off x="723900" y="2743200"/>
            <a:ext cx="3810000" cy="254000"/>
          </a:xfrm>
          <a:prstGeom prst="rect">
            <a:avLst/>
          </a:prstGeom>
          <a:noFill/>
        </p:spPr>
        <p:txBody>
          <a:bodyPr wrap="square" lIns="0" tIns="0" rIns="0" bIns="0">
            <a:spAutoFit/>
          </a:bodyPr>
          <a:lstStyle/>
          <a:p>
            <a:pPr algn="l">
              <a:lnSpc>
                <a:spcPct val="115000"/>
              </a:lnSpc>
            </a:pPr>
            <a:r>
              <a:rPr sz="2700" b="1">
                <a:solidFill>
                  <a:srgbClr val="FFFFFF"/>
                </a:solidFill>
                <a:latin typeface="Maven Pro"/>
                <a:ea typeface="맑은 고딕"/>
                <a:cs typeface="맑은 고딕"/>
              </a:rPr>
              <a:t>특징과</a:t>
            </a:r>
          </a:p>
          <a:p>
            <a:pPr algn="l">
              <a:lnSpc>
                <a:spcPct val="115000"/>
              </a:lnSpc>
            </a:pPr>
            <a:r>
              <a:rPr sz="2700" b="1">
                <a:solidFill>
                  <a:srgbClr val="FFFFFF"/>
                </a:solidFill>
                <a:latin typeface="Maven Pro"/>
                <a:ea typeface="맑은 고딕"/>
                <a:cs typeface="맑은 고딕"/>
              </a:rPr>
              <a:t>온라인 판매 전략</a:t>
            </a:r>
          </a:p>
        </p:txBody>
      </p:sp>
      <p:sp>
        <p:nvSpPr>
          <p:cNvPr id="9" name="Rectangle 8"/>
          <p:cNvSpPr/>
          <p:nvPr/>
        </p:nvSpPr>
        <p:spPr>
          <a:xfrm>
            <a:off x="723900" y="3810000"/>
            <a:ext cx="508000" cy="2540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3900" y="3987800"/>
            <a:ext cx="3810000" cy="254000"/>
          </a:xfrm>
          <a:prstGeom prst="rect">
            <a:avLst/>
          </a:prstGeom>
          <a:noFill/>
        </p:spPr>
        <p:txBody>
          <a:bodyPr wrap="square" lIns="0" tIns="0" rIns="0" bIns="0">
            <a:spAutoFit/>
          </a:bodyPr>
          <a:lstStyle/>
          <a:p>
            <a:pPr algn="l">
              <a:lnSpc>
                <a:spcPct val="135000"/>
              </a:lnSpc>
            </a:pPr>
            <a:r>
              <a:rPr sz="1050" b="0">
                <a:solidFill>
                  <a:srgbClr val="B6D7A8"/>
                </a:solidFill>
                <a:latin typeface="Maven Pro"/>
                <a:ea typeface="맑은 고딕"/>
                <a:cs typeface="맑은 고딕"/>
              </a:rPr>
              <a:t>재구매율이 가장 높은 카테고리,</a:t>
            </a:r>
          </a:p>
          <a:p>
            <a:pPr algn="l">
              <a:lnSpc>
                <a:spcPct val="135000"/>
              </a:lnSpc>
            </a:pPr>
            <a:r>
              <a:rPr sz="1050" b="0">
                <a:solidFill>
                  <a:srgbClr val="B6D7A8"/>
                </a:solidFill>
                <a:latin typeface="Maven Pro"/>
                <a:ea typeface="맑은 고딕"/>
                <a:cs typeface="맑은 고딕"/>
              </a:rPr>
              <a:t>무엇이 신뢰를 만드는가</a:t>
            </a:r>
          </a:p>
        </p:txBody>
      </p:sp>
      <p:sp>
        <p:nvSpPr>
          <p:cNvPr id="11" name="TextBox 10"/>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12" name="TextBox 11"/>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 y="381000"/>
            <a:ext cx="5080000" cy="177800"/>
          </a:xfrm>
          <a:prstGeom prst="rect">
            <a:avLst/>
          </a:prstGeom>
          <a:noFill/>
        </p:spPr>
        <p:txBody>
          <a:bodyPr wrap="square" lIns="0" tIns="0" rIns="0" bIns="0">
            <a:spAutoFit/>
          </a:bodyPr>
          <a:lstStyle/>
          <a:p>
            <a:pPr algn="l"/>
            <a:r>
              <a:rPr sz="900" b="1" spc="200">
                <a:solidFill>
                  <a:srgbClr val="94E3CC"/>
                </a:solidFill>
                <a:latin typeface="Maven Pro"/>
                <a:ea typeface="맑은 고딕"/>
                <a:cs typeface="맑은 고딕"/>
              </a:rPr>
              <a:t>C H A R A C T E R I S T I C S</a:t>
            </a:r>
          </a:p>
        </p:txBody>
      </p:sp>
      <p:sp>
        <p:nvSpPr>
          <p:cNvPr id="3" name="TextBox 2"/>
          <p:cNvSpPr txBox="1"/>
          <p:nvPr/>
        </p:nvSpPr>
        <p:spPr>
          <a:xfrm>
            <a:off x="723900" y="584200"/>
            <a:ext cx="7708900" cy="457200"/>
          </a:xfrm>
          <a:prstGeom prst="rect">
            <a:avLst/>
          </a:prstGeom>
          <a:noFill/>
        </p:spPr>
        <p:txBody>
          <a:bodyPr wrap="square" lIns="0" tIns="0" rIns="0" bIns="0">
            <a:spAutoFit/>
          </a:bodyPr>
          <a:lstStyle/>
          <a:p>
            <a:pPr algn="l"/>
            <a:r>
              <a:rPr sz="2600" b="1">
                <a:solidFill>
                  <a:srgbClr val="FFFFFF"/>
                </a:solidFill>
                <a:latin typeface="Maven Pro"/>
                <a:ea typeface="맑은 고딕"/>
                <a:cs typeface="맑은 고딕"/>
              </a:rPr>
              <a:t>건강기능식품의 특징</a:t>
            </a:r>
          </a:p>
        </p:txBody>
      </p:sp>
      <p:sp>
        <p:nvSpPr>
          <p:cNvPr id="4" name="TextBox 3"/>
          <p:cNvSpPr txBox="1"/>
          <p:nvPr/>
        </p:nvSpPr>
        <p:spPr>
          <a:xfrm>
            <a:off x="723900" y="1016000"/>
            <a:ext cx="7239000" cy="254000"/>
          </a:xfrm>
          <a:prstGeom prst="rect">
            <a:avLst/>
          </a:prstGeom>
          <a:noFill/>
        </p:spPr>
        <p:txBody>
          <a:bodyPr wrap="square" lIns="0" tIns="0" rIns="0" bIns="0">
            <a:spAutoFit/>
          </a:bodyPr>
          <a:lstStyle/>
          <a:p>
            <a:pPr algn="l"/>
            <a:r>
              <a:rPr sz="1050" b="0">
                <a:solidFill>
                  <a:srgbClr val="B6D7A8"/>
                </a:solidFill>
                <a:latin typeface="Maven Pro"/>
                <a:ea typeface="맑은 고딕"/>
                <a:cs typeface="맑은 고딕"/>
              </a:rPr>
              <a:t>신뢰의 근거가 구매를 결정하는 카테고리입니다</a:t>
            </a:r>
          </a:p>
        </p:txBody>
      </p:sp>
      <p:sp>
        <p:nvSpPr>
          <p:cNvPr id="5" name="Rounded Rectangle 4"/>
          <p:cNvSpPr/>
          <p:nvPr/>
        </p:nvSpPr>
        <p:spPr>
          <a:xfrm>
            <a:off x="723900" y="14224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77900" y="16256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01</a:t>
            </a:r>
          </a:p>
        </p:txBody>
      </p:sp>
      <p:sp>
        <p:nvSpPr>
          <p:cNvPr id="7" name="TextBox 6"/>
          <p:cNvSpPr txBox="1"/>
          <p:nvPr/>
        </p:nvSpPr>
        <p:spPr>
          <a:xfrm>
            <a:off x="1460500" y="16002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구매 결정의 핵심은 기능성 인정 표시와 임상적 근거</a:t>
            </a:r>
          </a:p>
        </p:txBody>
      </p:sp>
      <p:sp>
        <p:nvSpPr>
          <p:cNvPr id="8" name="TextBox 7"/>
          <p:cNvSpPr txBox="1"/>
          <p:nvPr/>
        </p:nvSpPr>
        <p:spPr>
          <a:xfrm>
            <a:off x="1460500" y="18288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느낌이 아니라 근거로 판다</a:t>
            </a:r>
          </a:p>
        </p:txBody>
      </p:sp>
      <p:sp>
        <p:nvSpPr>
          <p:cNvPr id="9" name="Rounded Rectangle 8"/>
          <p:cNvSpPr/>
          <p:nvPr/>
        </p:nvSpPr>
        <p:spPr>
          <a:xfrm>
            <a:off x="723900" y="22098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977900" y="24130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02</a:t>
            </a:r>
          </a:p>
        </p:txBody>
      </p:sp>
      <p:sp>
        <p:nvSpPr>
          <p:cNvPr id="11" name="TextBox 10"/>
          <p:cNvSpPr txBox="1"/>
          <p:nvPr/>
        </p:nvSpPr>
        <p:spPr>
          <a:xfrm>
            <a:off x="1460500" y="23876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재구매율이 높은 카테고리 — 구독모델과 특히 궁합이 좋음</a:t>
            </a:r>
          </a:p>
        </p:txBody>
      </p:sp>
      <p:sp>
        <p:nvSpPr>
          <p:cNvPr id="12" name="TextBox 11"/>
          <p:cNvSpPr txBox="1"/>
          <p:nvPr/>
        </p:nvSpPr>
        <p:spPr>
          <a:xfrm>
            <a:off x="1460500" y="26162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한 번 맞으면 계속 사는 상품</a:t>
            </a:r>
          </a:p>
        </p:txBody>
      </p:sp>
      <p:sp>
        <p:nvSpPr>
          <p:cNvPr id="13" name="Rounded Rectangle 12"/>
          <p:cNvSpPr/>
          <p:nvPr/>
        </p:nvSpPr>
        <p:spPr>
          <a:xfrm>
            <a:off x="723900" y="29972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977900" y="32004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03</a:t>
            </a:r>
          </a:p>
        </p:txBody>
      </p:sp>
      <p:sp>
        <p:nvSpPr>
          <p:cNvPr id="15" name="TextBox 14"/>
          <p:cNvSpPr txBox="1"/>
          <p:nvPr/>
        </p:nvSpPr>
        <p:spPr>
          <a:xfrm>
            <a:off x="1460500" y="31750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성분·함량 비교가 쉬워 온라인 리뷰·비교 콘텐츠의 영향력이 큼</a:t>
            </a:r>
          </a:p>
        </p:txBody>
      </p:sp>
      <p:sp>
        <p:nvSpPr>
          <p:cNvPr id="16" name="TextBox 15"/>
          <p:cNvSpPr txBox="1"/>
          <p:nvPr/>
        </p:nvSpPr>
        <p:spPr>
          <a:xfrm>
            <a:off x="1460500" y="34036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비교가 쉬우니 콘텐츠가 곧 판매력</a:t>
            </a:r>
          </a:p>
        </p:txBody>
      </p:sp>
      <p:sp>
        <p:nvSpPr>
          <p:cNvPr id="17" name="Rounded Rectangle 16"/>
          <p:cNvSpPr/>
          <p:nvPr/>
        </p:nvSpPr>
        <p:spPr>
          <a:xfrm>
            <a:off x="723900" y="37846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977900" y="39878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04</a:t>
            </a:r>
          </a:p>
        </p:txBody>
      </p:sp>
      <p:sp>
        <p:nvSpPr>
          <p:cNvPr id="19" name="TextBox 18"/>
          <p:cNvSpPr txBox="1"/>
          <p:nvPr/>
        </p:nvSpPr>
        <p:spPr>
          <a:xfrm>
            <a:off x="1460500" y="39624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허위·과대광고 리스크가 큰 만큼 규제 준수가 브랜드 신뢰의 기본</a:t>
            </a:r>
          </a:p>
        </p:txBody>
      </p:sp>
      <p:sp>
        <p:nvSpPr>
          <p:cNvPr id="20" name="TextBox 19"/>
          <p:cNvSpPr txBox="1"/>
          <p:nvPr/>
        </p:nvSpPr>
        <p:spPr>
          <a:xfrm>
            <a:off x="1460500" y="41910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다음 차시 법규와 바로 연결된다</a:t>
            </a:r>
          </a:p>
        </p:txBody>
      </p:sp>
      <p:sp>
        <p:nvSpPr>
          <p:cNvPr id="21" name="TextBox 20"/>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22" name="TextBox 21"/>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 y="381000"/>
            <a:ext cx="5080000" cy="177800"/>
          </a:xfrm>
          <a:prstGeom prst="rect">
            <a:avLst/>
          </a:prstGeom>
          <a:noFill/>
        </p:spPr>
        <p:txBody>
          <a:bodyPr wrap="square" lIns="0" tIns="0" rIns="0" bIns="0">
            <a:spAutoFit/>
          </a:bodyPr>
          <a:lstStyle/>
          <a:p>
            <a:pPr algn="l"/>
            <a:r>
              <a:rPr sz="900" b="1" spc="200">
                <a:solidFill>
                  <a:srgbClr val="94E3CC"/>
                </a:solidFill>
                <a:latin typeface="Maven Pro"/>
                <a:ea typeface="맑은 고딕"/>
                <a:cs typeface="맑은 고딕"/>
              </a:rPr>
              <a:t>E - C O M M E R C E</a:t>
            </a:r>
          </a:p>
        </p:txBody>
      </p:sp>
      <p:sp>
        <p:nvSpPr>
          <p:cNvPr id="3" name="TextBox 2"/>
          <p:cNvSpPr txBox="1"/>
          <p:nvPr/>
        </p:nvSpPr>
        <p:spPr>
          <a:xfrm>
            <a:off x="723900" y="584200"/>
            <a:ext cx="7708900" cy="457200"/>
          </a:xfrm>
          <a:prstGeom prst="rect">
            <a:avLst/>
          </a:prstGeom>
          <a:noFill/>
        </p:spPr>
        <p:txBody>
          <a:bodyPr wrap="square" lIns="0" tIns="0" rIns="0" bIns="0">
            <a:spAutoFit/>
          </a:bodyPr>
          <a:lstStyle/>
          <a:p>
            <a:pPr algn="l"/>
            <a:r>
              <a:rPr sz="2600" b="1">
                <a:solidFill>
                  <a:srgbClr val="FFFFFF"/>
                </a:solidFill>
                <a:latin typeface="Maven Pro"/>
                <a:ea typeface="맑은 고딕"/>
                <a:cs typeface="맑은 고딕"/>
              </a:rPr>
              <a:t>온라인 판매 관점에서 본 건강기능식품</a:t>
            </a:r>
          </a:p>
        </p:txBody>
      </p:sp>
      <p:sp>
        <p:nvSpPr>
          <p:cNvPr id="4" name="TextBox 3"/>
          <p:cNvSpPr txBox="1"/>
          <p:nvPr/>
        </p:nvSpPr>
        <p:spPr>
          <a:xfrm>
            <a:off x="723900" y="1016000"/>
            <a:ext cx="7239000" cy="254000"/>
          </a:xfrm>
          <a:prstGeom prst="rect">
            <a:avLst/>
          </a:prstGeom>
          <a:noFill/>
        </p:spPr>
        <p:txBody>
          <a:bodyPr wrap="square" lIns="0" tIns="0" rIns="0" bIns="0">
            <a:spAutoFit/>
          </a:bodyPr>
          <a:lstStyle/>
          <a:p>
            <a:pPr algn="l"/>
            <a:r>
              <a:rPr sz="1050" b="0">
                <a:solidFill>
                  <a:srgbClr val="B6D7A8"/>
                </a:solidFill>
                <a:latin typeface="Maven Pro"/>
                <a:ea typeface="맑은 고딕"/>
                <a:cs typeface="맑은 고딕"/>
              </a:rPr>
              <a:t>그린바이오 상품군 중 온라인에 가장 최적화된 카테고리입니다</a:t>
            </a:r>
          </a:p>
        </p:txBody>
      </p:sp>
      <p:sp>
        <p:nvSpPr>
          <p:cNvPr id="5" name="Rounded Rectangle 4"/>
          <p:cNvSpPr/>
          <p:nvPr/>
        </p:nvSpPr>
        <p:spPr>
          <a:xfrm>
            <a:off x="723900" y="14224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77900" y="16256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01</a:t>
            </a:r>
          </a:p>
        </p:txBody>
      </p:sp>
      <p:sp>
        <p:nvSpPr>
          <p:cNvPr id="7" name="TextBox 6"/>
          <p:cNvSpPr txBox="1"/>
          <p:nvPr/>
        </p:nvSpPr>
        <p:spPr>
          <a:xfrm>
            <a:off x="1460500" y="16002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보관·배송이 쉬워 신선식품 대비 물류 부담이 현저히 낮음</a:t>
            </a:r>
          </a:p>
        </p:txBody>
      </p:sp>
      <p:sp>
        <p:nvSpPr>
          <p:cNvPr id="8" name="TextBox 7"/>
          <p:cNvSpPr txBox="1"/>
          <p:nvPr/>
        </p:nvSpPr>
        <p:spPr>
          <a:xfrm>
            <a:off x="1460500" y="18288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4주차에서 배운 콜드체인 부담이 거의 없다</a:t>
            </a:r>
          </a:p>
        </p:txBody>
      </p:sp>
      <p:sp>
        <p:nvSpPr>
          <p:cNvPr id="9" name="Rounded Rectangle 8"/>
          <p:cNvSpPr/>
          <p:nvPr/>
        </p:nvSpPr>
        <p:spPr>
          <a:xfrm>
            <a:off x="723900" y="22098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977900" y="24130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02</a:t>
            </a:r>
          </a:p>
        </p:txBody>
      </p:sp>
      <p:sp>
        <p:nvSpPr>
          <p:cNvPr id="11" name="TextBox 10"/>
          <p:cNvSpPr txBox="1"/>
          <p:nvPr/>
        </p:nvSpPr>
        <p:spPr>
          <a:xfrm>
            <a:off x="1460500" y="23876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정기구독·정기배송 모델의 매출 안정성이 가장 높은 카테고리</a:t>
            </a:r>
          </a:p>
        </p:txBody>
      </p:sp>
      <p:sp>
        <p:nvSpPr>
          <p:cNvPr id="12" name="TextBox 11"/>
          <p:cNvSpPr txBox="1"/>
          <p:nvPr/>
        </p:nvSpPr>
        <p:spPr>
          <a:xfrm>
            <a:off x="1460500" y="26162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매달 같은 매출이 예약되어 있는 셈</a:t>
            </a:r>
          </a:p>
        </p:txBody>
      </p:sp>
      <p:sp>
        <p:nvSpPr>
          <p:cNvPr id="13" name="Rounded Rectangle 12"/>
          <p:cNvSpPr/>
          <p:nvPr/>
        </p:nvSpPr>
        <p:spPr>
          <a:xfrm>
            <a:off x="723900" y="29972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977900" y="32004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03</a:t>
            </a:r>
          </a:p>
        </p:txBody>
      </p:sp>
      <p:sp>
        <p:nvSpPr>
          <p:cNvPr id="15" name="TextBox 14"/>
          <p:cNvSpPr txBox="1"/>
          <p:nvPr/>
        </p:nvSpPr>
        <p:spPr>
          <a:xfrm>
            <a:off x="1460500" y="31750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내 문제를 해결해주는 성분을 설명하는 콘텐츠 마케팅이 핵심</a:t>
            </a:r>
          </a:p>
        </p:txBody>
      </p:sp>
      <p:sp>
        <p:nvSpPr>
          <p:cNvPr id="16" name="TextBox 15"/>
          <p:cNvSpPr txBox="1"/>
          <p:nvPr/>
        </p:nvSpPr>
        <p:spPr>
          <a:xfrm>
            <a:off x="1460500" y="34036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성분표가 아니라 문제 해결 서사로 판다</a:t>
            </a:r>
          </a:p>
        </p:txBody>
      </p:sp>
      <p:sp>
        <p:nvSpPr>
          <p:cNvPr id="17" name="Rounded Rectangle 16"/>
          <p:cNvSpPr/>
          <p:nvPr/>
        </p:nvSpPr>
        <p:spPr>
          <a:xfrm>
            <a:off x="723900" y="37846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977900" y="3987800"/>
            <a:ext cx="431800" cy="177800"/>
          </a:xfrm>
          <a:prstGeom prst="rect">
            <a:avLst/>
          </a:prstGeom>
          <a:noFill/>
        </p:spPr>
        <p:txBody>
          <a:bodyPr wrap="square" lIns="0" tIns="0" rIns="0" bIns="0">
            <a:spAutoFit/>
          </a:bodyPr>
          <a:lstStyle/>
          <a:p>
            <a:pPr algn="l"/>
            <a:r>
              <a:rPr sz="1300" b="1">
                <a:solidFill>
                  <a:srgbClr val="94E3CC"/>
                </a:solidFill>
                <a:latin typeface="Maven Pro"/>
                <a:ea typeface="맑은 고딕"/>
                <a:cs typeface="맑은 고딕"/>
              </a:rPr>
              <a:t>04</a:t>
            </a:r>
          </a:p>
        </p:txBody>
      </p:sp>
      <p:sp>
        <p:nvSpPr>
          <p:cNvPr id="19" name="TextBox 18"/>
          <p:cNvSpPr txBox="1"/>
          <p:nvPr/>
        </p:nvSpPr>
        <p:spPr>
          <a:xfrm>
            <a:off x="1460500" y="3962400"/>
            <a:ext cx="6654800" cy="2032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다음 차시에서 배울 표시·광고 규제를 가장 엄격히 적용받는 상품</a:t>
            </a:r>
          </a:p>
        </p:txBody>
      </p:sp>
      <p:sp>
        <p:nvSpPr>
          <p:cNvPr id="20" name="TextBox 19"/>
          <p:cNvSpPr txBox="1"/>
          <p:nvPr/>
        </p:nvSpPr>
        <p:spPr>
          <a:xfrm>
            <a:off x="1460500" y="4191000"/>
            <a:ext cx="6654800" cy="177800"/>
          </a:xfrm>
          <a:prstGeom prst="rect">
            <a:avLst/>
          </a:prstGeom>
          <a:noFill/>
        </p:spPr>
        <p:txBody>
          <a:bodyPr wrap="square" lIns="0" tIns="0" rIns="0" bIns="0">
            <a:spAutoFit/>
          </a:bodyPr>
          <a:lstStyle/>
          <a:p>
            <a:pPr algn="l"/>
            <a:r>
              <a:rPr sz="1000" b="0">
                <a:solidFill>
                  <a:srgbClr val="B6D7A8"/>
                </a:solidFill>
                <a:latin typeface="Maven Pro"/>
                <a:ea typeface="맑은 고딕"/>
                <a:cs typeface="맑은 고딕"/>
              </a:rPr>
              <a:t>잘 팔리는 만큼 감시도 가장 엄격하다</a:t>
            </a:r>
          </a:p>
        </p:txBody>
      </p:sp>
      <p:sp>
        <p:nvSpPr>
          <p:cNvPr id="21" name="TextBox 20"/>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22" name="TextBox 21"/>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 y="1168400"/>
            <a:ext cx="2540000" cy="254000"/>
          </a:xfrm>
          <a:prstGeom prst="rect">
            <a:avLst/>
          </a:prstGeom>
          <a:noFill/>
        </p:spPr>
        <p:txBody>
          <a:bodyPr wrap="square" lIns="0" tIns="0" rIns="0" bIns="0">
            <a:spAutoFit/>
          </a:bodyPr>
          <a:lstStyle/>
          <a:p>
            <a:pPr algn="l"/>
            <a:r>
              <a:rPr sz="1000" b="1" spc="200">
                <a:solidFill>
                  <a:srgbClr val="94E3CC"/>
                </a:solidFill>
                <a:latin typeface="Maven Pro"/>
                <a:ea typeface="맑은 고딕"/>
                <a:cs typeface="맑은 고딕"/>
              </a:rPr>
              <a:t>생 각 해 보 기</a:t>
            </a:r>
          </a:p>
        </p:txBody>
      </p:sp>
      <p:sp>
        <p:nvSpPr>
          <p:cNvPr id="3" name="Rectangle 2"/>
          <p:cNvSpPr/>
          <p:nvPr/>
        </p:nvSpPr>
        <p:spPr>
          <a:xfrm>
            <a:off x="723900" y="1498600"/>
            <a:ext cx="508000" cy="31750"/>
          </a:xfrm>
          <a:prstGeom prst="rect">
            <a:avLst/>
          </a:prstGeom>
          <a:solidFill>
            <a:srgbClr val="14A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23900" y="1752600"/>
            <a:ext cx="7112000" cy="254000"/>
          </a:xfrm>
          <a:prstGeom prst="rect">
            <a:avLst/>
          </a:prstGeom>
          <a:noFill/>
        </p:spPr>
        <p:txBody>
          <a:bodyPr wrap="square" lIns="0" tIns="0" rIns="0" bIns="0">
            <a:spAutoFit/>
          </a:bodyPr>
          <a:lstStyle/>
          <a:p>
            <a:pPr algn="l">
              <a:lnSpc>
                <a:spcPct val="120000"/>
              </a:lnSpc>
            </a:pPr>
            <a:r>
              <a:rPr sz="2900" b="1">
                <a:solidFill>
                  <a:srgbClr val="FFFFFF"/>
                </a:solidFill>
                <a:latin typeface="Maven Pro"/>
                <a:ea typeface="맑은 고딕"/>
                <a:cs typeface="맑은 고딕"/>
              </a:rPr>
              <a:t>내가 판다면</a:t>
            </a:r>
          </a:p>
          <a:p>
            <a:pPr algn="l">
              <a:lnSpc>
                <a:spcPct val="120000"/>
              </a:lnSpc>
            </a:pPr>
            <a:r>
              <a:rPr sz="2900" b="1">
                <a:solidFill>
                  <a:srgbClr val="FFFFFF"/>
                </a:solidFill>
                <a:latin typeface="Maven Pro"/>
                <a:ea typeface="맑은 고딕"/>
                <a:cs typeface="맑은 고딕"/>
              </a:rPr>
              <a:t>어떤 문제를 해결할까</a:t>
            </a:r>
          </a:p>
        </p:txBody>
      </p:sp>
      <p:sp>
        <p:nvSpPr>
          <p:cNvPr id="5" name="TextBox 4"/>
          <p:cNvSpPr txBox="1"/>
          <p:nvPr/>
        </p:nvSpPr>
        <p:spPr>
          <a:xfrm>
            <a:off x="723900" y="2971800"/>
            <a:ext cx="6858000" cy="254000"/>
          </a:xfrm>
          <a:prstGeom prst="rect">
            <a:avLst/>
          </a:prstGeom>
          <a:noFill/>
        </p:spPr>
        <p:txBody>
          <a:bodyPr wrap="square" lIns="0" tIns="0" rIns="0" bIns="0">
            <a:spAutoFit/>
          </a:bodyPr>
          <a:lstStyle/>
          <a:p>
            <a:pPr algn="l">
              <a:lnSpc>
                <a:spcPct val="150000"/>
              </a:lnSpc>
            </a:pPr>
            <a:r>
              <a:rPr sz="1300" b="0">
                <a:solidFill>
                  <a:srgbClr val="B6D7A8"/>
                </a:solidFill>
                <a:latin typeface="Maven Pro"/>
                <a:ea typeface="맑은 고딕"/>
                <a:cs typeface="맑은 고딕"/>
              </a:rPr>
              <a:t>건강기능식품 하나를 골라 보세요. 이 상품이 소비자의 어떤 구체적인 문제를 해결해 주는지,</a:t>
            </a:r>
          </a:p>
          <a:p>
            <a:pPr algn="l">
              <a:lnSpc>
                <a:spcPct val="150000"/>
              </a:lnSpc>
            </a:pPr>
            <a:r>
              <a:rPr sz="1300" b="0">
                <a:solidFill>
                  <a:srgbClr val="B6D7A8"/>
                </a:solidFill>
                <a:latin typeface="Maven Pro"/>
                <a:ea typeface="맑은 고딕"/>
                <a:cs typeface="맑은 고딕"/>
              </a:rPr>
              <a:t>그리고 그 근거를 상세페이지에서 어떻게 보여줄 것인지 적어 보십시오.</a:t>
            </a:r>
          </a:p>
        </p:txBody>
      </p:sp>
      <p:sp>
        <p:nvSpPr>
          <p:cNvPr id="8" name="TextBox 7"/>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9" name="TextBox 8"/>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 y="381000"/>
            <a:ext cx="5080000" cy="177800"/>
          </a:xfrm>
          <a:prstGeom prst="rect">
            <a:avLst/>
          </a:prstGeom>
          <a:noFill/>
        </p:spPr>
        <p:txBody>
          <a:bodyPr wrap="square" lIns="0" tIns="0" rIns="0" bIns="0">
            <a:spAutoFit/>
          </a:bodyPr>
          <a:lstStyle/>
          <a:p>
            <a:pPr algn="l"/>
            <a:r>
              <a:rPr sz="900" b="1" spc="200">
                <a:solidFill>
                  <a:srgbClr val="94E3CC"/>
                </a:solidFill>
                <a:latin typeface="Maven Pro"/>
                <a:ea typeface="맑은 고딕"/>
                <a:cs typeface="맑은 고딕"/>
              </a:rPr>
              <a:t>K E Y  T A K E A W A Y S</a:t>
            </a:r>
          </a:p>
        </p:txBody>
      </p:sp>
      <p:sp>
        <p:nvSpPr>
          <p:cNvPr id="3" name="TextBox 2"/>
          <p:cNvSpPr txBox="1"/>
          <p:nvPr/>
        </p:nvSpPr>
        <p:spPr>
          <a:xfrm>
            <a:off x="723900" y="584200"/>
            <a:ext cx="7708900" cy="457200"/>
          </a:xfrm>
          <a:prstGeom prst="rect">
            <a:avLst/>
          </a:prstGeom>
          <a:noFill/>
        </p:spPr>
        <p:txBody>
          <a:bodyPr wrap="square" lIns="0" tIns="0" rIns="0" bIns="0">
            <a:spAutoFit/>
          </a:bodyPr>
          <a:lstStyle/>
          <a:p>
            <a:pPr algn="l"/>
            <a:r>
              <a:rPr sz="2600" b="1">
                <a:solidFill>
                  <a:srgbClr val="FFFFFF"/>
                </a:solidFill>
                <a:latin typeface="Maven Pro"/>
                <a:ea typeface="맑은 고딕"/>
                <a:cs typeface="맑은 고딕"/>
              </a:rPr>
              <a:t>1차시 핵심 정리</a:t>
            </a:r>
          </a:p>
        </p:txBody>
      </p:sp>
      <p:sp>
        <p:nvSpPr>
          <p:cNvPr id="4" name="TextBox 3"/>
          <p:cNvSpPr txBox="1"/>
          <p:nvPr/>
        </p:nvSpPr>
        <p:spPr>
          <a:xfrm>
            <a:off x="723900" y="1016000"/>
            <a:ext cx="7239000" cy="254000"/>
          </a:xfrm>
          <a:prstGeom prst="rect">
            <a:avLst/>
          </a:prstGeom>
          <a:noFill/>
        </p:spPr>
        <p:txBody>
          <a:bodyPr wrap="square" lIns="0" tIns="0" rIns="0" bIns="0">
            <a:spAutoFit/>
          </a:bodyPr>
          <a:lstStyle/>
          <a:p>
            <a:pPr algn="l"/>
            <a:r>
              <a:rPr sz="1050" b="0">
                <a:solidFill>
                  <a:srgbClr val="B6D7A8"/>
                </a:solidFill>
                <a:latin typeface="Maven Pro"/>
                <a:ea typeface="맑은 고딕"/>
                <a:cs typeface="맑은 고딕"/>
              </a:rPr>
              <a:t>오늘 남길 것과 다음에 갈 곳</a:t>
            </a:r>
          </a:p>
        </p:txBody>
      </p:sp>
      <p:sp>
        <p:nvSpPr>
          <p:cNvPr id="5" name="Rounded Rectangle 4"/>
          <p:cNvSpPr/>
          <p:nvPr/>
        </p:nvSpPr>
        <p:spPr>
          <a:xfrm>
            <a:off x="723900" y="14986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90600" y="1676400"/>
            <a:ext cx="381000" cy="254000"/>
          </a:xfrm>
          <a:prstGeom prst="rect">
            <a:avLst/>
          </a:prstGeom>
          <a:noFill/>
        </p:spPr>
        <p:txBody>
          <a:bodyPr wrap="square" lIns="0" tIns="0" rIns="0" bIns="0">
            <a:spAutoFit/>
          </a:bodyPr>
          <a:lstStyle/>
          <a:p>
            <a:pPr algn="l"/>
            <a:r>
              <a:rPr sz="2100" b="1">
                <a:solidFill>
                  <a:srgbClr val="94E3CC"/>
                </a:solidFill>
                <a:latin typeface="Maven Pro"/>
                <a:ea typeface="맑은 고딕"/>
                <a:cs typeface="맑은 고딕"/>
              </a:rPr>
              <a:t>1</a:t>
            </a:r>
          </a:p>
        </p:txBody>
      </p:sp>
      <p:sp>
        <p:nvSpPr>
          <p:cNvPr id="7" name="TextBox 6"/>
          <p:cNvSpPr txBox="1"/>
          <p:nvPr/>
        </p:nvSpPr>
        <p:spPr>
          <a:xfrm>
            <a:off x="1473200" y="1651000"/>
            <a:ext cx="6731000" cy="2540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건강기능식품은 표준화·재구매율이 높은 온라인 최적 카테고리다</a:t>
            </a:r>
          </a:p>
        </p:txBody>
      </p:sp>
      <p:sp>
        <p:nvSpPr>
          <p:cNvPr id="8" name="TextBox 7"/>
          <p:cNvSpPr txBox="1"/>
          <p:nvPr/>
        </p:nvSpPr>
        <p:spPr>
          <a:xfrm>
            <a:off x="1473200" y="1892300"/>
            <a:ext cx="6731000" cy="254000"/>
          </a:xfrm>
          <a:prstGeom prst="rect">
            <a:avLst/>
          </a:prstGeom>
          <a:noFill/>
        </p:spPr>
        <p:txBody>
          <a:bodyPr wrap="square" lIns="0" tIns="0" rIns="0" bIns="0">
            <a:spAutoFit/>
          </a:bodyPr>
          <a:lstStyle/>
          <a:p>
            <a:pPr algn="l"/>
            <a:r>
              <a:rPr sz="950" b="0">
                <a:solidFill>
                  <a:srgbClr val="B6D7A8"/>
                </a:solidFill>
                <a:latin typeface="Maven Pro"/>
                <a:ea typeface="맑은 고딕"/>
                <a:cs typeface="맑은 고딕"/>
              </a:rPr>
              <a:t>물류 부담이 낮고 구독모델과 궁합이 좋다</a:t>
            </a:r>
          </a:p>
        </p:txBody>
      </p:sp>
      <p:sp>
        <p:nvSpPr>
          <p:cNvPr id="9" name="Rounded Rectangle 8"/>
          <p:cNvSpPr/>
          <p:nvPr/>
        </p:nvSpPr>
        <p:spPr>
          <a:xfrm>
            <a:off x="723900" y="22860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990600" y="2463800"/>
            <a:ext cx="381000" cy="254000"/>
          </a:xfrm>
          <a:prstGeom prst="rect">
            <a:avLst/>
          </a:prstGeom>
          <a:noFill/>
        </p:spPr>
        <p:txBody>
          <a:bodyPr wrap="square" lIns="0" tIns="0" rIns="0" bIns="0">
            <a:spAutoFit/>
          </a:bodyPr>
          <a:lstStyle/>
          <a:p>
            <a:pPr algn="l"/>
            <a:r>
              <a:rPr sz="2100" b="1">
                <a:solidFill>
                  <a:srgbClr val="94E3CC"/>
                </a:solidFill>
                <a:latin typeface="Maven Pro"/>
                <a:ea typeface="맑은 고딕"/>
                <a:cs typeface="맑은 고딕"/>
              </a:rPr>
              <a:t>2</a:t>
            </a:r>
          </a:p>
        </p:txBody>
      </p:sp>
      <p:sp>
        <p:nvSpPr>
          <p:cNvPr id="11" name="TextBox 10"/>
          <p:cNvSpPr txBox="1"/>
          <p:nvPr/>
        </p:nvSpPr>
        <p:spPr>
          <a:xfrm>
            <a:off x="1473200" y="2438400"/>
            <a:ext cx="6731000" cy="2540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2026년 시장은 초개인화·슬로에이징을 중심으로 성장한다</a:t>
            </a:r>
          </a:p>
        </p:txBody>
      </p:sp>
      <p:sp>
        <p:nvSpPr>
          <p:cNvPr id="12" name="TextBox 11"/>
          <p:cNvSpPr txBox="1"/>
          <p:nvPr/>
        </p:nvSpPr>
        <p:spPr>
          <a:xfrm>
            <a:off x="1473200" y="2679700"/>
            <a:ext cx="6731000" cy="254000"/>
          </a:xfrm>
          <a:prstGeom prst="rect">
            <a:avLst/>
          </a:prstGeom>
          <a:noFill/>
        </p:spPr>
        <p:txBody>
          <a:bodyPr wrap="square" lIns="0" tIns="0" rIns="0" bIns="0">
            <a:spAutoFit/>
          </a:bodyPr>
          <a:lstStyle/>
          <a:p>
            <a:pPr algn="l"/>
            <a:r>
              <a:rPr sz="950" b="0">
                <a:solidFill>
                  <a:srgbClr val="B6D7A8"/>
                </a:solidFill>
                <a:latin typeface="Maven Pro"/>
                <a:ea typeface="맑은 고딕"/>
                <a:cs typeface="맑은 고딕"/>
              </a:rPr>
              <a:t>막연한 건강에서 문제 해결형 소비로 이동 중</a:t>
            </a:r>
          </a:p>
        </p:txBody>
      </p:sp>
      <p:sp>
        <p:nvSpPr>
          <p:cNvPr id="13" name="Rounded Rectangle 12"/>
          <p:cNvSpPr/>
          <p:nvPr/>
        </p:nvSpPr>
        <p:spPr>
          <a:xfrm>
            <a:off x="723900" y="3073400"/>
            <a:ext cx="7696200" cy="660400"/>
          </a:xfrm>
          <a:prstGeom prst="roundRect">
            <a:avLst>
              <a:gd name="adj" fmla="val 4500"/>
            </a:avLst>
          </a:prstGeom>
          <a:solidFill>
            <a:srgbClr val="022D26"/>
          </a:solidFill>
          <a:ln w="9525">
            <a:solidFill>
              <a:srgbClr val="0656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990600" y="3251200"/>
            <a:ext cx="381000" cy="254000"/>
          </a:xfrm>
          <a:prstGeom prst="rect">
            <a:avLst/>
          </a:prstGeom>
          <a:noFill/>
        </p:spPr>
        <p:txBody>
          <a:bodyPr wrap="square" lIns="0" tIns="0" rIns="0" bIns="0">
            <a:spAutoFit/>
          </a:bodyPr>
          <a:lstStyle/>
          <a:p>
            <a:pPr algn="l"/>
            <a:r>
              <a:rPr sz="2100" b="1">
                <a:solidFill>
                  <a:srgbClr val="94E3CC"/>
                </a:solidFill>
                <a:latin typeface="Maven Pro"/>
                <a:ea typeface="맑은 고딕"/>
                <a:cs typeface="맑은 고딕"/>
              </a:rPr>
              <a:t>3</a:t>
            </a:r>
          </a:p>
        </p:txBody>
      </p:sp>
      <p:sp>
        <p:nvSpPr>
          <p:cNvPr id="15" name="TextBox 14"/>
          <p:cNvSpPr txBox="1"/>
          <p:nvPr/>
        </p:nvSpPr>
        <p:spPr>
          <a:xfrm>
            <a:off x="1473200" y="3225800"/>
            <a:ext cx="6731000" cy="254000"/>
          </a:xfrm>
          <a:prstGeom prst="rect">
            <a:avLst/>
          </a:prstGeom>
          <a:noFill/>
        </p:spPr>
        <p:txBody>
          <a:bodyPr wrap="square" lIns="0" tIns="0" rIns="0" bIns="0">
            <a:spAutoFit/>
          </a:bodyPr>
          <a:lstStyle/>
          <a:p>
            <a:pPr algn="l"/>
            <a:r>
              <a:rPr sz="1250" b="1">
                <a:solidFill>
                  <a:srgbClr val="FFFFFF"/>
                </a:solidFill>
                <a:latin typeface="Maven Pro"/>
                <a:ea typeface="맑은 고딕"/>
                <a:cs typeface="맑은 고딕"/>
              </a:rPr>
              <a:t>구매 결정은 기능성 표시와 임상적 근거가 좌우한다</a:t>
            </a:r>
          </a:p>
        </p:txBody>
      </p:sp>
      <p:sp>
        <p:nvSpPr>
          <p:cNvPr id="16" name="TextBox 15"/>
          <p:cNvSpPr txBox="1"/>
          <p:nvPr/>
        </p:nvSpPr>
        <p:spPr>
          <a:xfrm>
            <a:off x="1473200" y="3467100"/>
            <a:ext cx="6731000" cy="254000"/>
          </a:xfrm>
          <a:prstGeom prst="rect">
            <a:avLst/>
          </a:prstGeom>
          <a:noFill/>
        </p:spPr>
        <p:txBody>
          <a:bodyPr wrap="square" lIns="0" tIns="0" rIns="0" bIns="0">
            <a:spAutoFit/>
          </a:bodyPr>
          <a:lstStyle/>
          <a:p>
            <a:pPr algn="l"/>
            <a:r>
              <a:rPr sz="950" b="0">
                <a:solidFill>
                  <a:srgbClr val="B6D7A8"/>
                </a:solidFill>
                <a:latin typeface="Maven Pro"/>
                <a:ea typeface="맑은 고딕"/>
                <a:cs typeface="맑은 고딕"/>
              </a:rPr>
              <a:t>근거 없는 주장은 규제 위반이자 신뢰의 붕괴로 이어진다</a:t>
            </a:r>
          </a:p>
        </p:txBody>
      </p:sp>
      <p:sp>
        <p:nvSpPr>
          <p:cNvPr id="17" name="Rounded Rectangle 16"/>
          <p:cNvSpPr/>
          <p:nvPr/>
        </p:nvSpPr>
        <p:spPr>
          <a:xfrm>
            <a:off x="723900" y="3886200"/>
            <a:ext cx="7696200" cy="584200"/>
          </a:xfrm>
          <a:prstGeom prst="roundRect">
            <a:avLst>
              <a:gd name="adj" fmla="val 4500"/>
            </a:avLst>
          </a:prstGeom>
          <a:solidFill>
            <a:srgbClr val="065640"/>
          </a:solidFill>
          <a:ln w="10160">
            <a:solidFill>
              <a:srgbClr val="14A1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965200" y="4084808"/>
            <a:ext cx="2032000" cy="161583"/>
          </a:xfrm>
          <a:prstGeom prst="rect">
            <a:avLst/>
          </a:prstGeom>
          <a:noFill/>
        </p:spPr>
        <p:txBody>
          <a:bodyPr wrap="square" lIns="0" tIns="0" rIns="0" bIns="0" anchor="ctr">
            <a:spAutoFit/>
          </a:bodyPr>
          <a:lstStyle/>
          <a:p>
            <a:pPr algn="l"/>
            <a:r>
              <a:rPr sz="1050" b="1" dirty="0" err="1">
                <a:solidFill>
                  <a:srgbClr val="94E3CC"/>
                </a:solidFill>
                <a:latin typeface="Maven Pro"/>
                <a:ea typeface="맑은 고딕"/>
                <a:cs typeface="맑은 고딕"/>
              </a:rPr>
              <a:t>다음</a:t>
            </a:r>
            <a:r>
              <a:rPr sz="1050" b="1" dirty="0">
                <a:solidFill>
                  <a:srgbClr val="94E3CC"/>
                </a:solidFill>
                <a:latin typeface="Maven Pro"/>
                <a:ea typeface="맑은 고딕"/>
                <a:cs typeface="맑은 고딕"/>
              </a:rPr>
              <a:t> </a:t>
            </a:r>
            <a:r>
              <a:rPr sz="1050" b="1" dirty="0" err="1">
                <a:solidFill>
                  <a:srgbClr val="94E3CC"/>
                </a:solidFill>
                <a:latin typeface="Maven Pro"/>
                <a:ea typeface="맑은 고딕"/>
                <a:cs typeface="맑은 고딕"/>
              </a:rPr>
              <a:t>차시</a:t>
            </a:r>
            <a:endParaRPr sz="1050" b="1" dirty="0">
              <a:solidFill>
                <a:srgbClr val="94E3CC"/>
              </a:solidFill>
              <a:latin typeface="Maven Pro"/>
              <a:ea typeface="맑은 고딕"/>
              <a:cs typeface="맑은 고딕"/>
            </a:endParaRPr>
          </a:p>
        </p:txBody>
      </p:sp>
      <p:sp>
        <p:nvSpPr>
          <p:cNvPr id="19" name="TextBox 18"/>
          <p:cNvSpPr txBox="1"/>
          <p:nvPr/>
        </p:nvSpPr>
        <p:spPr>
          <a:xfrm>
            <a:off x="2540000" y="4080961"/>
            <a:ext cx="5715000" cy="169277"/>
          </a:xfrm>
          <a:prstGeom prst="rect">
            <a:avLst/>
          </a:prstGeom>
          <a:noFill/>
        </p:spPr>
        <p:txBody>
          <a:bodyPr wrap="square" lIns="0" tIns="0" rIns="0" bIns="0" anchor="ctr">
            <a:spAutoFit/>
          </a:bodyPr>
          <a:lstStyle/>
          <a:p>
            <a:pPr algn="l"/>
            <a:r>
              <a:rPr sz="1100" b="1">
                <a:solidFill>
                  <a:srgbClr val="FFFFFF"/>
                </a:solidFill>
                <a:latin typeface="Maven Pro"/>
                <a:ea typeface="맑은 고딕"/>
                <a:cs typeface="맑은 고딕"/>
              </a:rPr>
              <a:t>식품 제조·유통 관련 법규</a:t>
            </a:r>
          </a:p>
        </p:txBody>
      </p:sp>
      <p:sp>
        <p:nvSpPr>
          <p:cNvPr id="20" name="TextBox 19"/>
          <p:cNvSpPr txBox="1"/>
          <p:nvPr/>
        </p:nvSpPr>
        <p:spPr>
          <a:xfrm>
            <a:off x="723900" y="4800600"/>
            <a:ext cx="5080000" cy="254000"/>
          </a:xfrm>
          <a:prstGeom prst="rect">
            <a:avLst/>
          </a:prstGeom>
          <a:noFill/>
        </p:spPr>
        <p:txBody>
          <a:bodyPr wrap="square" lIns="0" tIns="0" rIns="0" bIns="0">
            <a:spAutoFit/>
          </a:bodyPr>
          <a:lstStyle/>
          <a:p>
            <a:r>
              <a:rPr sz="800" b="0">
                <a:solidFill>
                  <a:srgbClr val="B6D7A8"/>
                </a:solidFill>
                <a:latin typeface="Maven Pro"/>
                <a:ea typeface="맑은 고딕"/>
                <a:cs typeface="맑은 고딕"/>
              </a:rPr>
              <a:t>그린바이오 전자상거래개론 · WEEK 5 · 1차시</a:t>
            </a:r>
          </a:p>
        </p:txBody>
      </p:sp>
      <p:sp>
        <p:nvSpPr>
          <p:cNvPr id="21" name="TextBox 20"/>
          <p:cNvSpPr txBox="1"/>
          <p:nvPr/>
        </p:nvSpPr>
        <p:spPr>
          <a:xfrm>
            <a:off x="7620000" y="4800600"/>
            <a:ext cx="800100" cy="177800"/>
          </a:xfrm>
          <a:prstGeom prst="rect">
            <a:avLst/>
          </a:prstGeom>
          <a:noFill/>
        </p:spPr>
        <p:txBody>
          <a:bodyPr wrap="none">
            <a:spAutoFit/>
          </a:bodyPr>
          <a:lstStyle/>
          <a:p>
            <a:pPr algn="r"/>
            <a:r>
              <a:rPr sz="800">
                <a:solidFill>
                  <a:srgbClr val="B6D7A8"/>
                </a:solidFill>
                <a:latin typeface="Maven Pro"/>
                <a:ea typeface="맑은 고딕"/>
                <a:cs typeface="맑은 고딕"/>
              </a:rPr>
              <a:t>11</a:t>
            </a:r>
          </a:p>
        </p:txBody>
      </p:sp>
    </p:spTree>
  </p:cSld>
  <p:clrMapOvr>
    <a:masterClrMapping/>
  </p:clrMapOvr>
</p:sld>
</file>

<file path=ppt/theme/theme1.xml><?xml version="1.0" encoding="utf-8"?>
<a:theme xmlns:a="http://schemas.openxmlformats.org/drawingml/2006/main" name="Company Best Practices by Slidesgo">
  <a:themeElements>
    <a:clrScheme name="Simple Light">
      <a:dk1>
        <a:srgbClr val="FFFFFF"/>
      </a:dk1>
      <a:lt1>
        <a:srgbClr val="000000"/>
      </a:lt1>
      <a:dk2>
        <a:srgbClr val="B6D7A8"/>
      </a:dk2>
      <a:lt2>
        <a:srgbClr val="94E3CC"/>
      </a:lt2>
      <a:accent1>
        <a:srgbClr val="14A178"/>
      </a:accent1>
      <a:accent2>
        <a:srgbClr val="065640"/>
      </a:accent2>
      <a:accent3>
        <a:srgbClr val="022D26"/>
      </a:accent3>
      <a:accent4>
        <a:srgbClr val="000F0C"/>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4207</Words>
  <Application>Microsoft Office PowerPoint</Application>
  <PresentationFormat>화면 슬라이드 쇼(16:9)</PresentationFormat>
  <Paragraphs>337</Paragraphs>
  <Slides>11</Slides>
  <Notes>11</Notes>
  <HiddenSlides>0</HiddenSlides>
  <MMClips>11</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11</vt:i4>
      </vt:variant>
    </vt:vector>
  </HeadingPairs>
  <TitlesOfParts>
    <vt:vector size="21" baseType="lpstr">
      <vt:lpstr>Nunito Light</vt:lpstr>
      <vt:lpstr>Arial</vt:lpstr>
      <vt:lpstr>Bebas Neue</vt:lpstr>
      <vt:lpstr>Open Sans Light</vt:lpstr>
      <vt:lpstr>PT Sans</vt:lpstr>
      <vt:lpstr>Maven Pro</vt:lpstr>
      <vt:lpstr>Proxima Nova</vt:lpstr>
      <vt:lpstr>Maven Pro Medium</vt:lpstr>
      <vt:lpstr>Company Best Practices by Slidesgo</vt:lpstr>
      <vt:lpstr>Slidesgo Final Pages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최경집</dc:creator>
  <cp:lastModifiedBy>경집 최</cp:lastModifiedBy>
  <cp:revision>3</cp:revision>
  <dcterms:modified xsi:type="dcterms:W3CDTF">2026-09-09T04:13:16Z</dcterms:modified>
</cp:coreProperties>
</file>